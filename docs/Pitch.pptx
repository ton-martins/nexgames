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6" r:id="rId6"/>
    <p:sldId id="261" r:id="rId7"/>
    <p:sldId id="268" r:id="rId8"/>
    <p:sldId id="262" r:id="rId9"/>
    <p:sldId id="263" r:id="rId10"/>
    <p:sldId id="264" r:id="rId11"/>
    <p:sldId id="269" r:id="rId12"/>
    <p:sldId id="265" r:id="rId13"/>
  </p:sldIdLst>
  <p:sldSz cx="9144000" cy="5143500" type="screen16x9"/>
  <p:notesSz cx="6858000" cy="9144000"/>
  <p:embeddedFontLst>
    <p:embeddedFont>
      <p:font typeface="Montserrat Black" panose="020B0604020202020204" charset="0"/>
      <p:bold r:id="rId15"/>
      <p:boldItalic r:id="rId16"/>
    </p:embeddedFont>
    <p:embeddedFont>
      <p:font typeface="Montserrat" panose="020B0604020202020204" charset="0"/>
      <p:regular r:id="rId17"/>
      <p:bold r:id="rId18"/>
      <p:italic r:id="rId19"/>
      <p:boldItalic r:id="rId20"/>
    </p:embeddedFont>
    <p:embeddedFont>
      <p:font typeface="Quicksand" panose="020B0604020202020204" charset="0"/>
      <p:regular r:id="rId21"/>
      <p:bold r:id="rId22"/>
    </p:embeddedFont>
    <p:embeddedFont>
      <p:font typeface="Roboto" panose="020B0604020202020204" charset="0"/>
      <p:regular r:id="rId23"/>
      <p:bold r:id="rId24"/>
      <p:italic r:id="rId25"/>
      <p:boldItalic r:id="rId26"/>
    </p:embeddedFont>
    <p:embeddedFont>
      <p:font typeface="Anaheim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340">
          <p15:clr>
            <a:srgbClr val="9AA0A6"/>
          </p15:clr>
        </p15:guide>
        <p15:guide id="2" pos="2556">
          <p15:clr>
            <a:srgbClr val="9AA0A6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28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20"/>
      </p:cViewPr>
      <p:guideLst>
        <p:guide pos="2340"/>
        <p:guide pos="2556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f097fbd9fd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f097fbd9fd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cd47b15857_0_9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cd47b15857_0_9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f0a9b0f80f_1_1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f0a9b0f80f_1_1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f0a9b0f80f_1_1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f0a9b0f80f_1_1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f0a9b0f80f_1_1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f0a9b0f80f_1_1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500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f097fbd9fd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f097fbd9fd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f097fbd9fd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f097fbd9fd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323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f097fbd9fd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f097fbd9fd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f097fbd9fd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f097fbd9fd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f097fbd9fd_0_1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f097fbd9fd_0_1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f097fbd9fd_0_1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f097fbd9fd_0_1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523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f0a9b0f80f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f0a9b0f80f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2831375" y="-141300"/>
            <a:ext cx="6411366" cy="6132485"/>
          </a:xfrm>
          <a:custGeom>
            <a:avLst/>
            <a:gdLst/>
            <a:ahLst/>
            <a:cxnLst/>
            <a:rect l="l" t="t" r="r" b="b"/>
            <a:pathLst>
              <a:path w="183878" h="208517" extrusionOk="0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50750" y="1138875"/>
            <a:ext cx="3718200" cy="20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50750" y="3391100"/>
            <a:ext cx="3718200" cy="6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166761" y="3224384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467773" y="185829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250460" y="4528504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-220489" y="-687154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4362285" y="2854866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3414750" y="81650"/>
            <a:ext cx="947533" cy="947533"/>
            <a:chOff x="3912750" y="637550"/>
            <a:chExt cx="947533" cy="947533"/>
          </a:xfrm>
        </p:grpSpPr>
        <p:sp>
          <p:nvSpPr>
            <p:cNvPr id="19" name="Google Shape;19;p2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2877525" y="4755200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 flipH="1">
            <a:off x="-337540" y="1524375"/>
            <a:ext cx="7437684" cy="3930907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46900" y="3068936"/>
            <a:ext cx="68502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3140400" y="925223"/>
            <a:ext cx="2863200" cy="170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1693800" y="3823464"/>
            <a:ext cx="5756400" cy="6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852570" y="4244879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0" y="80779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648473" y="-122721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2540620" y="-719259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-813290" y="4749729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-131739" y="3823471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-39725" y="1873600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3"/>
          <p:cNvGrpSpPr/>
          <p:nvPr/>
        </p:nvGrpSpPr>
        <p:grpSpPr>
          <a:xfrm>
            <a:off x="7544274" y="1469732"/>
            <a:ext cx="1265051" cy="1265051"/>
            <a:chOff x="3912750" y="637550"/>
            <a:chExt cx="947533" cy="947533"/>
          </a:xfrm>
        </p:grpSpPr>
        <p:sp>
          <p:nvSpPr>
            <p:cNvPr id="36" name="Google Shape;36;p3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5"/>
          <p:cNvSpPr/>
          <p:nvPr/>
        </p:nvSpPr>
        <p:spPr>
          <a:xfrm rot="10800000">
            <a:off x="1812164" y="-192224"/>
            <a:ext cx="7570971" cy="4973410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1"/>
          </p:nvPr>
        </p:nvSpPr>
        <p:spPr>
          <a:xfrm>
            <a:off x="1023850" y="2849850"/>
            <a:ext cx="1757700" cy="27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2"/>
          </p:nvPr>
        </p:nvSpPr>
        <p:spPr>
          <a:xfrm>
            <a:off x="3441375" y="2849850"/>
            <a:ext cx="1757700" cy="27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 Black"/>
              <a:buNone/>
              <a:defRPr sz="2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3"/>
          </p:nvPr>
        </p:nvSpPr>
        <p:spPr>
          <a:xfrm>
            <a:off x="1023850" y="3201100"/>
            <a:ext cx="1757700" cy="9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4"/>
          </p:nvPr>
        </p:nvSpPr>
        <p:spPr>
          <a:xfrm>
            <a:off x="3441375" y="3201100"/>
            <a:ext cx="1757700" cy="9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8148720" y="4532904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1023860" y="-295946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8495148" y="206279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-813290" y="4749729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-694314" y="4049796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-329100" y="1021000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4561024" y="4749732"/>
            <a:ext cx="1265051" cy="1265051"/>
            <a:chOff x="3912750" y="637550"/>
            <a:chExt cx="947533" cy="947533"/>
          </a:xfrm>
        </p:grpSpPr>
        <p:sp>
          <p:nvSpPr>
            <p:cNvPr id="67" name="Google Shape;67;p5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-5400000">
            <a:off x="3043631" y="-1248536"/>
            <a:ext cx="7437684" cy="5089589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flipH="1">
            <a:off x="-694314" y="4532904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6"/>
          <p:cNvSpPr/>
          <p:nvPr/>
        </p:nvSpPr>
        <p:spPr>
          <a:xfrm flipH="1">
            <a:off x="7182512" y="-295946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6"/>
          <p:cNvSpPr/>
          <p:nvPr/>
        </p:nvSpPr>
        <p:spPr>
          <a:xfrm flipH="1">
            <a:off x="-347899" y="206279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6"/>
          <p:cNvSpPr/>
          <p:nvPr/>
        </p:nvSpPr>
        <p:spPr>
          <a:xfrm flipH="1">
            <a:off x="7869669" y="4049796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"/>
          <p:cNvSpPr/>
          <p:nvPr/>
        </p:nvSpPr>
        <p:spPr>
          <a:xfrm flipH="1">
            <a:off x="8234894" y="1021000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" name="Google Shape;77;p6"/>
          <p:cNvGrpSpPr/>
          <p:nvPr/>
        </p:nvGrpSpPr>
        <p:grpSpPr>
          <a:xfrm flipH="1">
            <a:off x="2772852" y="4749732"/>
            <a:ext cx="1265051" cy="1265051"/>
            <a:chOff x="3912750" y="637550"/>
            <a:chExt cx="947533" cy="947533"/>
          </a:xfrm>
        </p:grpSpPr>
        <p:sp>
          <p:nvSpPr>
            <p:cNvPr id="78" name="Google Shape;78;p6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6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body" idx="1"/>
          </p:nvPr>
        </p:nvSpPr>
        <p:spPr>
          <a:xfrm>
            <a:off x="1001375" y="2356500"/>
            <a:ext cx="2848200" cy="11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4581969" y="4101491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7530285" y="4287184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-982991" y="4749729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-177115" y="-528354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4450684" y="4582079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7735444" y="-9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7604159" y="480579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4807675" y="78863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" name="Google Shape;92;p7"/>
          <p:cNvGrpSpPr/>
          <p:nvPr/>
        </p:nvGrpSpPr>
        <p:grpSpPr>
          <a:xfrm>
            <a:off x="-296676" y="4041820"/>
            <a:ext cx="1265051" cy="1265051"/>
            <a:chOff x="3912750" y="637550"/>
            <a:chExt cx="947533" cy="947533"/>
          </a:xfrm>
        </p:grpSpPr>
        <p:sp>
          <p:nvSpPr>
            <p:cNvPr id="93" name="Google Shape;93;p7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4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4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7"/>
          <p:cNvSpPr/>
          <p:nvPr/>
        </p:nvSpPr>
        <p:spPr>
          <a:xfrm>
            <a:off x="2131335" y="1501350"/>
            <a:ext cx="7437684" cy="3930907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title"/>
          </p:nvPr>
        </p:nvSpPr>
        <p:spPr>
          <a:xfrm>
            <a:off x="968375" y="1600800"/>
            <a:ext cx="2914200" cy="75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-574436" y="2914426"/>
            <a:ext cx="7570971" cy="4973410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8"/>
          <p:cNvSpPr/>
          <p:nvPr/>
        </p:nvSpPr>
        <p:spPr>
          <a:xfrm rot="10800000">
            <a:off x="3571510" y="-1255575"/>
            <a:ext cx="7437684" cy="3930907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8"/>
          <p:cNvSpPr/>
          <p:nvPr/>
        </p:nvSpPr>
        <p:spPr>
          <a:xfrm flipH="1">
            <a:off x="520161" y="4390609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8"/>
          <p:cNvSpPr/>
          <p:nvPr/>
        </p:nvSpPr>
        <p:spPr>
          <a:xfrm flipH="1">
            <a:off x="520143" y="220579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8"/>
          <p:cNvSpPr/>
          <p:nvPr/>
        </p:nvSpPr>
        <p:spPr>
          <a:xfrm flipH="1">
            <a:off x="7714380" y="3993579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/>
          <p:cNvSpPr/>
          <p:nvPr/>
        </p:nvSpPr>
        <p:spPr>
          <a:xfrm flipH="1">
            <a:off x="8010311" y="637546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/>
          <p:cNvSpPr/>
          <p:nvPr/>
        </p:nvSpPr>
        <p:spPr>
          <a:xfrm flipH="1">
            <a:off x="713230" y="1929041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" name="Google Shape;106;p8"/>
          <p:cNvGrpSpPr/>
          <p:nvPr/>
        </p:nvGrpSpPr>
        <p:grpSpPr>
          <a:xfrm flipH="1">
            <a:off x="4671986" y="-275225"/>
            <a:ext cx="947533" cy="947533"/>
            <a:chOff x="3912750" y="637550"/>
            <a:chExt cx="947533" cy="947533"/>
          </a:xfrm>
        </p:grpSpPr>
        <p:sp>
          <p:nvSpPr>
            <p:cNvPr id="107" name="Google Shape;107;p8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8"/>
          <p:cNvSpPr/>
          <p:nvPr/>
        </p:nvSpPr>
        <p:spPr>
          <a:xfrm flipH="1">
            <a:off x="4799187" y="4755200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1496250" y="1152150"/>
            <a:ext cx="6151500" cy="28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9"/>
          <p:cNvSpPr/>
          <p:nvPr/>
        </p:nvSpPr>
        <p:spPr>
          <a:xfrm>
            <a:off x="-135549" y="-231484"/>
            <a:ext cx="8428467" cy="5606479"/>
          </a:xfrm>
          <a:custGeom>
            <a:avLst/>
            <a:gdLst/>
            <a:ahLst/>
            <a:cxnLst/>
            <a:rect l="l" t="t" r="r" b="b"/>
            <a:pathLst>
              <a:path w="104747" h="69676" extrusionOk="0">
                <a:moveTo>
                  <a:pt x="0" y="1"/>
                </a:moveTo>
                <a:lnTo>
                  <a:pt x="0" y="69676"/>
                </a:lnTo>
                <a:lnTo>
                  <a:pt x="1799" y="69676"/>
                </a:lnTo>
                <a:cubicBezTo>
                  <a:pt x="5385" y="68581"/>
                  <a:pt x="10134" y="66536"/>
                  <a:pt x="15229" y="62693"/>
                </a:cubicBezTo>
                <a:cubicBezTo>
                  <a:pt x="25977" y="54592"/>
                  <a:pt x="20111" y="44816"/>
                  <a:pt x="30871" y="30850"/>
                </a:cubicBezTo>
                <a:cubicBezTo>
                  <a:pt x="41619" y="16883"/>
                  <a:pt x="59776" y="24984"/>
                  <a:pt x="85194" y="12973"/>
                </a:cubicBezTo>
                <a:cubicBezTo>
                  <a:pt x="96859" y="7464"/>
                  <a:pt x="102289" y="3978"/>
                  <a:pt x="104747" y="1822"/>
                </a:cubicBezTo>
                <a:lnTo>
                  <a:pt x="104747" y="1"/>
                </a:ln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9"/>
          <p:cNvSpPr txBox="1">
            <a:spLocks noGrp="1"/>
          </p:cNvSpPr>
          <p:nvPr>
            <p:ph type="body" idx="1"/>
          </p:nvPr>
        </p:nvSpPr>
        <p:spPr>
          <a:xfrm>
            <a:off x="4921525" y="1698825"/>
            <a:ext cx="3371400" cy="248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9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9"/>
          <p:cNvSpPr/>
          <p:nvPr/>
        </p:nvSpPr>
        <p:spPr>
          <a:xfrm rot="10800000" flipH="1">
            <a:off x="7589970" y="-730609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"/>
          <p:cNvSpPr/>
          <p:nvPr/>
        </p:nvSpPr>
        <p:spPr>
          <a:xfrm rot="10800000" flipH="1">
            <a:off x="8607386" y="1573116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/>
          <p:cNvSpPr/>
          <p:nvPr/>
        </p:nvSpPr>
        <p:spPr>
          <a:xfrm rot="10800000" flipH="1">
            <a:off x="8292923" y="4691786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9"/>
          <p:cNvSpPr/>
          <p:nvPr/>
        </p:nvSpPr>
        <p:spPr>
          <a:xfrm rot="10800000" flipH="1">
            <a:off x="4602945" y="4344791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"/>
          <p:cNvSpPr/>
          <p:nvPr/>
        </p:nvSpPr>
        <p:spPr>
          <a:xfrm rot="10800000" flipH="1">
            <a:off x="-823764" y="-402521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-262600" y="2415913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" name="Google Shape;122;p9"/>
          <p:cNvGrpSpPr/>
          <p:nvPr/>
        </p:nvGrpSpPr>
        <p:grpSpPr>
          <a:xfrm>
            <a:off x="792449" y="4426795"/>
            <a:ext cx="1265051" cy="1265051"/>
            <a:chOff x="3912750" y="637550"/>
            <a:chExt cx="947533" cy="947533"/>
          </a:xfrm>
        </p:grpSpPr>
        <p:sp>
          <p:nvSpPr>
            <p:cNvPr id="123" name="Google Shape;123;p9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4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4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body" idx="1"/>
          </p:nvPr>
        </p:nvSpPr>
        <p:spPr>
          <a:xfrm>
            <a:off x="713100" y="3931300"/>
            <a:ext cx="7717800" cy="4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/>
          <p:nvPr/>
        </p:nvSpPr>
        <p:spPr>
          <a:xfrm flipH="1">
            <a:off x="794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1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1"/>
          <p:cNvSpPr txBox="1">
            <a:spLocks noGrp="1"/>
          </p:cNvSpPr>
          <p:nvPr>
            <p:ph type="subTitle" idx="1"/>
          </p:nvPr>
        </p:nvSpPr>
        <p:spPr>
          <a:xfrm>
            <a:off x="2026575" y="3231975"/>
            <a:ext cx="50817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title" hasCustomPrompt="1"/>
          </p:nvPr>
        </p:nvSpPr>
        <p:spPr>
          <a:xfrm>
            <a:off x="1142700" y="1173300"/>
            <a:ext cx="68586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2" name="Google Shape;132;p11"/>
          <p:cNvSpPr/>
          <p:nvPr/>
        </p:nvSpPr>
        <p:spPr>
          <a:xfrm rot="10800000">
            <a:off x="3787264" y="-1056324"/>
            <a:ext cx="7570971" cy="4973410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1"/>
          <p:cNvSpPr/>
          <p:nvPr/>
        </p:nvSpPr>
        <p:spPr>
          <a:xfrm rot="5400000" flipH="1">
            <a:off x="-3290186" y="-562549"/>
            <a:ext cx="7570971" cy="4973410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1"/>
          <p:cNvSpPr/>
          <p:nvPr/>
        </p:nvSpPr>
        <p:spPr>
          <a:xfrm rot="10800000">
            <a:off x="472704" y="-730609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1"/>
          <p:cNvSpPr/>
          <p:nvPr/>
        </p:nvSpPr>
        <p:spPr>
          <a:xfrm rot="10800000">
            <a:off x="-823764" y="1573116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1"/>
          <p:cNvSpPr/>
          <p:nvPr/>
        </p:nvSpPr>
        <p:spPr>
          <a:xfrm rot="10800000">
            <a:off x="462593" y="4691786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1"/>
          <p:cNvSpPr/>
          <p:nvPr/>
        </p:nvSpPr>
        <p:spPr>
          <a:xfrm rot="10800000">
            <a:off x="3459729" y="4344791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1"/>
          <p:cNvSpPr/>
          <p:nvPr/>
        </p:nvSpPr>
        <p:spPr>
          <a:xfrm rot="10800000">
            <a:off x="8607386" y="-402521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"/>
          <p:cNvSpPr/>
          <p:nvPr/>
        </p:nvSpPr>
        <p:spPr>
          <a:xfrm flipH="1">
            <a:off x="8776662" y="2415913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 flipH="1">
            <a:off x="7149694" y="4426795"/>
            <a:ext cx="1265051" cy="1265051"/>
            <a:chOff x="3912750" y="637550"/>
            <a:chExt cx="947533" cy="947533"/>
          </a:xfrm>
        </p:grpSpPr>
        <p:sp>
          <p:nvSpPr>
            <p:cNvPr id="141" name="Google Shape;141;p11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4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4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5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3"/>
          <p:cNvSpPr/>
          <p:nvPr/>
        </p:nvSpPr>
        <p:spPr>
          <a:xfrm flipH="1">
            <a:off x="975451" y="-231496"/>
            <a:ext cx="8428467" cy="5606479"/>
          </a:xfrm>
          <a:custGeom>
            <a:avLst/>
            <a:gdLst/>
            <a:ahLst/>
            <a:cxnLst/>
            <a:rect l="l" t="t" r="r" b="b"/>
            <a:pathLst>
              <a:path w="104747" h="69676" extrusionOk="0">
                <a:moveTo>
                  <a:pt x="0" y="1"/>
                </a:moveTo>
                <a:lnTo>
                  <a:pt x="0" y="69676"/>
                </a:lnTo>
                <a:lnTo>
                  <a:pt x="1799" y="69676"/>
                </a:lnTo>
                <a:cubicBezTo>
                  <a:pt x="5385" y="68581"/>
                  <a:pt x="10134" y="66536"/>
                  <a:pt x="15229" y="62693"/>
                </a:cubicBezTo>
                <a:cubicBezTo>
                  <a:pt x="25977" y="54592"/>
                  <a:pt x="20111" y="44816"/>
                  <a:pt x="30871" y="30850"/>
                </a:cubicBezTo>
                <a:cubicBezTo>
                  <a:pt x="41619" y="16883"/>
                  <a:pt x="59776" y="24984"/>
                  <a:pt x="85194" y="12973"/>
                </a:cubicBezTo>
                <a:cubicBezTo>
                  <a:pt x="96859" y="7464"/>
                  <a:pt x="102289" y="3978"/>
                  <a:pt x="104747" y="1822"/>
                </a:cubicBezTo>
                <a:lnTo>
                  <a:pt x="104747" y="1"/>
                </a:ln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3"/>
          <p:cNvSpPr txBox="1">
            <a:spLocks noGrp="1"/>
          </p:cNvSpPr>
          <p:nvPr>
            <p:ph type="title"/>
          </p:nvPr>
        </p:nvSpPr>
        <p:spPr>
          <a:xfrm>
            <a:off x="1991575" y="1754100"/>
            <a:ext cx="2580300" cy="43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subTitle" idx="1"/>
          </p:nvPr>
        </p:nvSpPr>
        <p:spPr>
          <a:xfrm>
            <a:off x="1991575" y="2116975"/>
            <a:ext cx="2580300" cy="4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title" idx="2"/>
          </p:nvPr>
        </p:nvSpPr>
        <p:spPr>
          <a:xfrm>
            <a:off x="5786525" y="1754100"/>
            <a:ext cx="2580300" cy="43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subTitle" idx="3"/>
          </p:nvPr>
        </p:nvSpPr>
        <p:spPr>
          <a:xfrm>
            <a:off x="5786525" y="2116975"/>
            <a:ext cx="2580300" cy="4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title" idx="4"/>
          </p:nvPr>
        </p:nvSpPr>
        <p:spPr>
          <a:xfrm>
            <a:off x="1991575" y="3094050"/>
            <a:ext cx="2580300" cy="43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title" idx="5"/>
          </p:nvPr>
        </p:nvSpPr>
        <p:spPr>
          <a:xfrm>
            <a:off x="5786525" y="3094050"/>
            <a:ext cx="2580300" cy="43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Montserrat Black"/>
              <a:buNone/>
              <a:defRPr sz="24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subTitle" idx="6"/>
          </p:nvPr>
        </p:nvSpPr>
        <p:spPr>
          <a:xfrm>
            <a:off x="5786525" y="3455900"/>
            <a:ext cx="2580300" cy="4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title" idx="7" hasCustomPrompt="1"/>
          </p:nvPr>
        </p:nvSpPr>
        <p:spPr>
          <a:xfrm>
            <a:off x="1068700" y="1852888"/>
            <a:ext cx="822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3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r>
              <a:t>xx%</a:t>
            </a:r>
          </a:p>
        </p:txBody>
      </p:sp>
      <p:sp>
        <p:nvSpPr>
          <p:cNvPr id="155" name="Google Shape;155;p13"/>
          <p:cNvSpPr txBox="1">
            <a:spLocks noGrp="1"/>
          </p:cNvSpPr>
          <p:nvPr>
            <p:ph type="title" idx="8" hasCustomPrompt="1"/>
          </p:nvPr>
        </p:nvSpPr>
        <p:spPr>
          <a:xfrm>
            <a:off x="4868250" y="1858800"/>
            <a:ext cx="822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3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r>
              <a:t>xx%</a:t>
            </a:r>
          </a:p>
        </p:txBody>
      </p:sp>
      <p:sp>
        <p:nvSpPr>
          <p:cNvPr id="156" name="Google Shape;156;p13"/>
          <p:cNvSpPr txBox="1">
            <a:spLocks noGrp="1"/>
          </p:cNvSpPr>
          <p:nvPr>
            <p:ph type="title" idx="9" hasCustomPrompt="1"/>
          </p:nvPr>
        </p:nvSpPr>
        <p:spPr>
          <a:xfrm>
            <a:off x="1068700" y="3193550"/>
            <a:ext cx="822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3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r>
              <a:t>xx%</a:t>
            </a:r>
          </a:p>
        </p:txBody>
      </p:sp>
      <p:sp>
        <p:nvSpPr>
          <p:cNvPr id="157" name="Google Shape;157;p13"/>
          <p:cNvSpPr txBox="1">
            <a:spLocks noGrp="1"/>
          </p:cNvSpPr>
          <p:nvPr>
            <p:ph type="title" idx="13" hasCustomPrompt="1"/>
          </p:nvPr>
        </p:nvSpPr>
        <p:spPr>
          <a:xfrm>
            <a:off x="4868250" y="3198175"/>
            <a:ext cx="822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3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r>
              <a:t>xx%</a:t>
            </a:r>
          </a:p>
        </p:txBody>
      </p:sp>
      <p:sp>
        <p:nvSpPr>
          <p:cNvPr id="158" name="Google Shape;158;p13"/>
          <p:cNvSpPr txBox="1">
            <a:spLocks noGrp="1"/>
          </p:cNvSpPr>
          <p:nvPr>
            <p:ph type="subTitle" idx="14"/>
          </p:nvPr>
        </p:nvSpPr>
        <p:spPr>
          <a:xfrm>
            <a:off x="1991575" y="3455900"/>
            <a:ext cx="2580300" cy="4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title" idx="15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3"/>
          <p:cNvSpPr/>
          <p:nvPr/>
        </p:nvSpPr>
        <p:spPr>
          <a:xfrm flipH="1">
            <a:off x="-354865" y="3768934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3"/>
          <p:cNvSpPr/>
          <p:nvPr/>
        </p:nvSpPr>
        <p:spPr>
          <a:xfrm flipH="1">
            <a:off x="8038179" y="4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3"/>
          <p:cNvSpPr/>
          <p:nvPr/>
        </p:nvSpPr>
        <p:spPr>
          <a:xfrm flipH="1">
            <a:off x="1439917" y="-212621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3"/>
          <p:cNvSpPr/>
          <p:nvPr/>
        </p:nvSpPr>
        <p:spPr>
          <a:xfrm flipH="1">
            <a:off x="4166028" y="-814459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3"/>
          <p:cNvSpPr/>
          <p:nvPr/>
        </p:nvSpPr>
        <p:spPr>
          <a:xfrm flipH="1">
            <a:off x="4296960" y="4597121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"/>
          <p:cNvSpPr/>
          <p:nvPr/>
        </p:nvSpPr>
        <p:spPr>
          <a:xfrm flipH="1">
            <a:off x="815942" y="4691779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3"/>
          <p:cNvSpPr/>
          <p:nvPr/>
        </p:nvSpPr>
        <p:spPr>
          <a:xfrm>
            <a:off x="-300650" y="1059750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7" name="Google Shape;167;p13"/>
          <p:cNvGrpSpPr/>
          <p:nvPr/>
        </p:nvGrpSpPr>
        <p:grpSpPr>
          <a:xfrm>
            <a:off x="7878949" y="4237907"/>
            <a:ext cx="1265051" cy="1265051"/>
            <a:chOff x="3912750" y="637550"/>
            <a:chExt cx="947533" cy="947533"/>
          </a:xfrm>
        </p:grpSpPr>
        <p:sp>
          <p:nvSpPr>
            <p:cNvPr id="168" name="Google Shape;168;p13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0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4"/>
          <p:cNvSpPr/>
          <p:nvPr/>
        </p:nvSpPr>
        <p:spPr>
          <a:xfrm rot="-7572997">
            <a:off x="-207075" y="161699"/>
            <a:ext cx="1423590" cy="1423551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4"/>
          <p:cNvSpPr/>
          <p:nvPr/>
        </p:nvSpPr>
        <p:spPr>
          <a:xfrm rot="10800000">
            <a:off x="4488413" y="-269325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4"/>
          <p:cNvSpPr/>
          <p:nvPr/>
        </p:nvSpPr>
        <p:spPr>
          <a:xfrm rot="-7572997">
            <a:off x="1036036" y="941999"/>
            <a:ext cx="451684" cy="451723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4"/>
          <p:cNvSpPr/>
          <p:nvPr/>
        </p:nvSpPr>
        <p:spPr>
          <a:xfrm rot="10800000" flipH="1">
            <a:off x="2447728" y="538240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" name="Google Shape;176;p14"/>
          <p:cNvGrpSpPr/>
          <p:nvPr/>
        </p:nvGrpSpPr>
        <p:grpSpPr>
          <a:xfrm rot="10800000" flipH="1">
            <a:off x="8132126" y="-5"/>
            <a:ext cx="1265051" cy="1265051"/>
            <a:chOff x="3912750" y="637550"/>
            <a:chExt cx="947533" cy="947533"/>
          </a:xfrm>
        </p:grpSpPr>
        <p:sp>
          <p:nvSpPr>
            <p:cNvPr id="177" name="Google Shape;177;p14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14"/>
          <p:cNvSpPr txBox="1">
            <a:spLocks noGrp="1"/>
          </p:cNvSpPr>
          <p:nvPr>
            <p:ph type="title"/>
          </p:nvPr>
        </p:nvSpPr>
        <p:spPr>
          <a:xfrm>
            <a:off x="4788150" y="2932725"/>
            <a:ext cx="3567000" cy="58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0" name="Google Shape;180;p14"/>
          <p:cNvSpPr txBox="1">
            <a:spLocks noGrp="1"/>
          </p:cNvSpPr>
          <p:nvPr>
            <p:ph type="body" idx="1"/>
          </p:nvPr>
        </p:nvSpPr>
        <p:spPr>
          <a:xfrm>
            <a:off x="4761600" y="1621275"/>
            <a:ext cx="3620100" cy="12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81" name="Google Shape;181;p14"/>
          <p:cNvSpPr/>
          <p:nvPr/>
        </p:nvSpPr>
        <p:spPr>
          <a:xfrm flipH="1">
            <a:off x="-346512" y="-725638"/>
            <a:ext cx="6411366" cy="6132485"/>
          </a:xfrm>
          <a:custGeom>
            <a:avLst/>
            <a:gdLst/>
            <a:ahLst/>
            <a:cxnLst/>
            <a:rect l="l" t="t" r="r" b="b"/>
            <a:pathLst>
              <a:path w="183878" h="208517" extrusionOk="0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5"/>
          <p:cNvSpPr txBox="1">
            <a:spLocks noGrp="1"/>
          </p:cNvSpPr>
          <p:nvPr>
            <p:ph type="subTitle" idx="1"/>
          </p:nvPr>
        </p:nvSpPr>
        <p:spPr>
          <a:xfrm>
            <a:off x="3406188" y="2642660"/>
            <a:ext cx="23316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5" name="Google Shape;185;p15"/>
          <p:cNvSpPr txBox="1">
            <a:spLocks noGrp="1"/>
          </p:cNvSpPr>
          <p:nvPr>
            <p:ph type="subTitle" idx="2"/>
          </p:nvPr>
        </p:nvSpPr>
        <p:spPr>
          <a:xfrm>
            <a:off x="1048988" y="2642660"/>
            <a:ext cx="23316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6" name="Google Shape;186;p15"/>
          <p:cNvSpPr txBox="1">
            <a:spLocks noGrp="1"/>
          </p:cNvSpPr>
          <p:nvPr>
            <p:ph type="subTitle" idx="3"/>
          </p:nvPr>
        </p:nvSpPr>
        <p:spPr>
          <a:xfrm>
            <a:off x="5763401" y="2642660"/>
            <a:ext cx="23316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"/>
              <a:buNone/>
              <a:defRPr sz="20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7" name="Google Shape;187;p15"/>
          <p:cNvSpPr txBox="1">
            <a:spLocks noGrp="1"/>
          </p:cNvSpPr>
          <p:nvPr>
            <p:ph type="subTitle" idx="4"/>
          </p:nvPr>
        </p:nvSpPr>
        <p:spPr>
          <a:xfrm>
            <a:off x="1049000" y="3349701"/>
            <a:ext cx="2331600" cy="8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8" name="Google Shape;188;p15"/>
          <p:cNvSpPr txBox="1">
            <a:spLocks noGrp="1"/>
          </p:cNvSpPr>
          <p:nvPr>
            <p:ph type="subTitle" idx="5"/>
          </p:nvPr>
        </p:nvSpPr>
        <p:spPr>
          <a:xfrm>
            <a:off x="3406200" y="3351499"/>
            <a:ext cx="2331600" cy="8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" name="Google Shape;189;p15"/>
          <p:cNvSpPr txBox="1">
            <a:spLocks noGrp="1"/>
          </p:cNvSpPr>
          <p:nvPr>
            <p:ph type="subTitle" idx="6"/>
          </p:nvPr>
        </p:nvSpPr>
        <p:spPr>
          <a:xfrm>
            <a:off x="5763400" y="3350875"/>
            <a:ext cx="2331600" cy="8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0" name="Google Shape;190;p15"/>
          <p:cNvSpPr/>
          <p:nvPr/>
        </p:nvSpPr>
        <p:spPr>
          <a:xfrm rot="5400000" flipH="1">
            <a:off x="-711137" y="-2501813"/>
            <a:ext cx="6411366" cy="6132485"/>
          </a:xfrm>
          <a:custGeom>
            <a:avLst/>
            <a:gdLst/>
            <a:ahLst/>
            <a:cxnLst/>
            <a:rect l="l" t="t" r="r" b="b"/>
            <a:pathLst>
              <a:path w="183878" h="208517" extrusionOk="0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5"/>
          <p:cNvSpPr/>
          <p:nvPr/>
        </p:nvSpPr>
        <p:spPr>
          <a:xfrm rot="-4592020" flipH="1">
            <a:off x="7848941" y="81971"/>
            <a:ext cx="6411577" cy="6132638"/>
          </a:xfrm>
          <a:custGeom>
            <a:avLst/>
            <a:gdLst/>
            <a:ahLst/>
            <a:cxnLst/>
            <a:rect l="l" t="t" r="r" b="b"/>
            <a:pathLst>
              <a:path w="183878" h="208517" extrusionOk="0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5"/>
          <p:cNvSpPr/>
          <p:nvPr/>
        </p:nvSpPr>
        <p:spPr>
          <a:xfrm rot="1586888">
            <a:off x="7312589" y="4479536"/>
            <a:ext cx="1423615" cy="1423576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320678" y="4298004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7720415" y="-212621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1061012" y="-906584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2451854" y="4691771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5"/>
          <p:cNvSpPr/>
          <p:nvPr/>
        </p:nvSpPr>
        <p:spPr>
          <a:xfrm rot="1586888">
            <a:off x="6990750" y="5051613"/>
            <a:ext cx="451692" cy="451731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5"/>
          <p:cNvSpPr/>
          <p:nvPr/>
        </p:nvSpPr>
        <p:spPr>
          <a:xfrm flipH="1">
            <a:off x="8636922" y="1627125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9" name="Google Shape;199;p15"/>
          <p:cNvGrpSpPr/>
          <p:nvPr/>
        </p:nvGrpSpPr>
        <p:grpSpPr>
          <a:xfrm flipH="1">
            <a:off x="-700240" y="1939232"/>
            <a:ext cx="1265051" cy="1265051"/>
            <a:chOff x="3912750" y="637550"/>
            <a:chExt cx="947533" cy="947533"/>
          </a:xfrm>
        </p:grpSpPr>
        <p:sp>
          <p:nvSpPr>
            <p:cNvPr id="200" name="Google Shape;200;p15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" name="Google Shape;202;p15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6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6"/>
          <p:cNvSpPr/>
          <p:nvPr/>
        </p:nvSpPr>
        <p:spPr>
          <a:xfrm rot="-1910737">
            <a:off x="381301" y="2193721"/>
            <a:ext cx="8381397" cy="5505783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6"/>
          <p:cNvSpPr/>
          <p:nvPr/>
        </p:nvSpPr>
        <p:spPr>
          <a:xfrm rot="10800000" flipH="1">
            <a:off x="-3279640" y="-1060475"/>
            <a:ext cx="7437684" cy="3930907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922254" y="2625075"/>
            <a:ext cx="1892400" cy="49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08" name="Google Shape;208;p16"/>
          <p:cNvSpPr txBox="1">
            <a:spLocks noGrp="1"/>
          </p:cNvSpPr>
          <p:nvPr>
            <p:ph type="subTitle" idx="1"/>
          </p:nvPr>
        </p:nvSpPr>
        <p:spPr>
          <a:xfrm>
            <a:off x="922254" y="3230011"/>
            <a:ext cx="1892400" cy="7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title" idx="2"/>
          </p:nvPr>
        </p:nvSpPr>
        <p:spPr>
          <a:xfrm>
            <a:off x="3535624" y="2625075"/>
            <a:ext cx="1894800" cy="49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3"/>
          </p:nvPr>
        </p:nvSpPr>
        <p:spPr>
          <a:xfrm>
            <a:off x="3535624" y="3230013"/>
            <a:ext cx="1894800" cy="7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title" idx="4"/>
          </p:nvPr>
        </p:nvSpPr>
        <p:spPr>
          <a:xfrm>
            <a:off x="6151396" y="2623175"/>
            <a:ext cx="1892400" cy="49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5"/>
          </p:nvPr>
        </p:nvSpPr>
        <p:spPr>
          <a:xfrm>
            <a:off x="6151396" y="3228113"/>
            <a:ext cx="1892400" cy="7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title" idx="6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6"/>
          <p:cNvSpPr/>
          <p:nvPr/>
        </p:nvSpPr>
        <p:spPr>
          <a:xfrm flipH="1">
            <a:off x="-222265" y="4373766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"/>
          <p:cNvSpPr/>
          <p:nvPr/>
        </p:nvSpPr>
        <p:spPr>
          <a:xfrm flipH="1">
            <a:off x="8430736" y="4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6"/>
          <p:cNvSpPr/>
          <p:nvPr/>
        </p:nvSpPr>
        <p:spPr>
          <a:xfrm flipH="1">
            <a:off x="-466875" y="206279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6"/>
          <p:cNvSpPr/>
          <p:nvPr/>
        </p:nvSpPr>
        <p:spPr>
          <a:xfrm flipH="1">
            <a:off x="7651236" y="4815729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6"/>
          <p:cNvSpPr/>
          <p:nvPr/>
        </p:nvSpPr>
        <p:spPr>
          <a:xfrm flipH="1">
            <a:off x="-952832" y="656409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6"/>
          <p:cNvSpPr/>
          <p:nvPr/>
        </p:nvSpPr>
        <p:spPr>
          <a:xfrm flipH="1">
            <a:off x="8900668" y="2521700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" name="Google Shape;220;p16"/>
          <p:cNvGrpSpPr/>
          <p:nvPr/>
        </p:nvGrpSpPr>
        <p:grpSpPr>
          <a:xfrm flipH="1">
            <a:off x="4886351" y="4720557"/>
            <a:ext cx="1265051" cy="1265051"/>
            <a:chOff x="3912750" y="637550"/>
            <a:chExt cx="947533" cy="947533"/>
          </a:xfrm>
        </p:grpSpPr>
        <p:sp>
          <p:nvSpPr>
            <p:cNvPr id="221" name="Google Shape;221;p16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6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30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7"/>
          <p:cNvSpPr/>
          <p:nvPr/>
        </p:nvSpPr>
        <p:spPr>
          <a:xfrm rot="-613286">
            <a:off x="4362205" y="-109768"/>
            <a:ext cx="6411529" cy="6132281"/>
          </a:xfrm>
          <a:custGeom>
            <a:avLst/>
            <a:gdLst/>
            <a:ahLst/>
            <a:cxnLst/>
            <a:rect l="l" t="t" r="r" b="b"/>
            <a:pathLst>
              <a:path w="183878" h="208517" extrusionOk="0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7"/>
          <p:cNvSpPr txBox="1">
            <a:spLocks noGrp="1"/>
          </p:cNvSpPr>
          <p:nvPr>
            <p:ph type="title"/>
          </p:nvPr>
        </p:nvSpPr>
        <p:spPr>
          <a:xfrm>
            <a:off x="3403083" y="2033125"/>
            <a:ext cx="1698600" cy="49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7" name="Google Shape;227;p17"/>
          <p:cNvSpPr txBox="1">
            <a:spLocks noGrp="1"/>
          </p:cNvSpPr>
          <p:nvPr>
            <p:ph type="subTitle" idx="1"/>
          </p:nvPr>
        </p:nvSpPr>
        <p:spPr>
          <a:xfrm>
            <a:off x="5101675" y="2033125"/>
            <a:ext cx="3387000" cy="49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8" name="Google Shape;228;p17"/>
          <p:cNvSpPr txBox="1">
            <a:spLocks noGrp="1"/>
          </p:cNvSpPr>
          <p:nvPr>
            <p:ph type="title" idx="2"/>
          </p:nvPr>
        </p:nvSpPr>
        <p:spPr>
          <a:xfrm>
            <a:off x="3400925" y="2721475"/>
            <a:ext cx="1700700" cy="49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9" name="Google Shape;229;p17"/>
          <p:cNvSpPr txBox="1">
            <a:spLocks noGrp="1"/>
          </p:cNvSpPr>
          <p:nvPr>
            <p:ph type="subTitle" idx="3"/>
          </p:nvPr>
        </p:nvSpPr>
        <p:spPr>
          <a:xfrm>
            <a:off x="5101675" y="2721475"/>
            <a:ext cx="3387000" cy="49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0" name="Google Shape;230;p17"/>
          <p:cNvSpPr txBox="1">
            <a:spLocks noGrp="1"/>
          </p:cNvSpPr>
          <p:nvPr>
            <p:ph type="title" idx="4"/>
          </p:nvPr>
        </p:nvSpPr>
        <p:spPr>
          <a:xfrm>
            <a:off x="3401999" y="3415050"/>
            <a:ext cx="1698600" cy="49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1" name="Google Shape;231;p17"/>
          <p:cNvSpPr txBox="1">
            <a:spLocks noGrp="1"/>
          </p:cNvSpPr>
          <p:nvPr>
            <p:ph type="subTitle" idx="5"/>
          </p:nvPr>
        </p:nvSpPr>
        <p:spPr>
          <a:xfrm>
            <a:off x="5101675" y="3404550"/>
            <a:ext cx="3387000" cy="51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2" name="Google Shape;232;p17"/>
          <p:cNvSpPr txBox="1">
            <a:spLocks noGrp="1"/>
          </p:cNvSpPr>
          <p:nvPr>
            <p:ph type="title" idx="6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13623" y="4587654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2861435" y="4941991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8265511" y="-402529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6" name="Google Shape;236;p17"/>
          <p:cNvGrpSpPr/>
          <p:nvPr/>
        </p:nvGrpSpPr>
        <p:grpSpPr>
          <a:xfrm>
            <a:off x="-234300" y="637550"/>
            <a:ext cx="947533" cy="947533"/>
            <a:chOff x="3912750" y="637550"/>
            <a:chExt cx="947533" cy="947533"/>
          </a:xfrm>
        </p:grpSpPr>
        <p:sp>
          <p:nvSpPr>
            <p:cNvPr id="237" name="Google Shape;237;p17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Google Shape;239;p17"/>
          <p:cNvSpPr/>
          <p:nvPr/>
        </p:nvSpPr>
        <p:spPr>
          <a:xfrm>
            <a:off x="6099475" y="4791700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7"/>
          <p:cNvSpPr/>
          <p:nvPr/>
        </p:nvSpPr>
        <p:spPr>
          <a:xfrm rot="8100000" flipH="1">
            <a:off x="-5159185" y="3273313"/>
            <a:ext cx="7437668" cy="3930898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2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8"/>
          <p:cNvSpPr/>
          <p:nvPr/>
        </p:nvSpPr>
        <p:spPr>
          <a:xfrm flipH="1">
            <a:off x="1277285" y="2213150"/>
            <a:ext cx="7437684" cy="3930907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title"/>
          </p:nvPr>
        </p:nvSpPr>
        <p:spPr>
          <a:xfrm>
            <a:off x="821350" y="2706000"/>
            <a:ext cx="17454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title" idx="2"/>
          </p:nvPr>
        </p:nvSpPr>
        <p:spPr>
          <a:xfrm>
            <a:off x="2739967" y="2706000"/>
            <a:ext cx="17454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 idx="3"/>
          </p:nvPr>
        </p:nvSpPr>
        <p:spPr>
          <a:xfrm>
            <a:off x="4658583" y="2706000"/>
            <a:ext cx="17454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18"/>
          <p:cNvSpPr txBox="1">
            <a:spLocks noGrp="1"/>
          </p:cNvSpPr>
          <p:nvPr>
            <p:ph type="title" idx="4"/>
          </p:nvPr>
        </p:nvSpPr>
        <p:spPr>
          <a:xfrm>
            <a:off x="6577200" y="2706000"/>
            <a:ext cx="1745400" cy="46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18"/>
          <p:cNvSpPr txBox="1">
            <a:spLocks noGrp="1"/>
          </p:cNvSpPr>
          <p:nvPr>
            <p:ph type="subTitle" idx="1"/>
          </p:nvPr>
        </p:nvSpPr>
        <p:spPr>
          <a:xfrm>
            <a:off x="779800" y="3317074"/>
            <a:ext cx="1828500" cy="7668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9" name="Google Shape;249;p18"/>
          <p:cNvSpPr txBox="1">
            <a:spLocks noGrp="1"/>
          </p:cNvSpPr>
          <p:nvPr>
            <p:ph type="subTitle" idx="5"/>
          </p:nvPr>
        </p:nvSpPr>
        <p:spPr>
          <a:xfrm>
            <a:off x="2698417" y="3317085"/>
            <a:ext cx="1828500" cy="7668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0" name="Google Shape;250;p18"/>
          <p:cNvSpPr txBox="1">
            <a:spLocks noGrp="1"/>
          </p:cNvSpPr>
          <p:nvPr>
            <p:ph type="subTitle" idx="6"/>
          </p:nvPr>
        </p:nvSpPr>
        <p:spPr>
          <a:xfrm>
            <a:off x="4617033" y="3317085"/>
            <a:ext cx="1828500" cy="7668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1" name="Google Shape;251;p18"/>
          <p:cNvSpPr txBox="1">
            <a:spLocks noGrp="1"/>
          </p:cNvSpPr>
          <p:nvPr>
            <p:ph type="subTitle" idx="7"/>
          </p:nvPr>
        </p:nvSpPr>
        <p:spPr>
          <a:xfrm>
            <a:off x="6535650" y="3317084"/>
            <a:ext cx="1828500" cy="7668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2" name="Google Shape;252;p18"/>
          <p:cNvSpPr txBox="1">
            <a:spLocks noGrp="1"/>
          </p:cNvSpPr>
          <p:nvPr>
            <p:ph type="title" idx="8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8"/>
          <p:cNvSpPr/>
          <p:nvPr/>
        </p:nvSpPr>
        <p:spPr>
          <a:xfrm rot="10800000" flipH="1">
            <a:off x="172253" y="423948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8"/>
          <p:cNvSpPr/>
          <p:nvPr/>
        </p:nvSpPr>
        <p:spPr>
          <a:xfrm rot="10800000" flipH="1">
            <a:off x="7870940" y="4652966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8"/>
          <p:cNvSpPr/>
          <p:nvPr/>
        </p:nvSpPr>
        <p:spPr>
          <a:xfrm rot="10800000" flipH="1">
            <a:off x="1463812" y="4652984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8"/>
          <p:cNvSpPr/>
          <p:nvPr/>
        </p:nvSpPr>
        <p:spPr>
          <a:xfrm rot="10800000" flipH="1">
            <a:off x="2739179" y="-1090566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8"/>
          <p:cNvSpPr/>
          <p:nvPr/>
        </p:nvSpPr>
        <p:spPr>
          <a:xfrm rot="10800000">
            <a:off x="8579147" y="-1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8" name="Google Shape;258;p18"/>
          <p:cNvGrpSpPr/>
          <p:nvPr/>
        </p:nvGrpSpPr>
        <p:grpSpPr>
          <a:xfrm rot="10800000">
            <a:off x="-700240" y="2410654"/>
            <a:ext cx="1265051" cy="1265051"/>
            <a:chOff x="3912750" y="637550"/>
            <a:chExt cx="947533" cy="947533"/>
          </a:xfrm>
        </p:grpSpPr>
        <p:sp>
          <p:nvSpPr>
            <p:cNvPr id="259" name="Google Shape;259;p18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9"/>
          <p:cNvSpPr/>
          <p:nvPr/>
        </p:nvSpPr>
        <p:spPr>
          <a:xfrm rot="-10647322" flipH="1">
            <a:off x="-312023" y="-681653"/>
            <a:ext cx="9221569" cy="6057697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9"/>
          <p:cNvSpPr txBox="1">
            <a:spLocks noGrp="1"/>
          </p:cNvSpPr>
          <p:nvPr>
            <p:ph type="title"/>
          </p:nvPr>
        </p:nvSpPr>
        <p:spPr>
          <a:xfrm>
            <a:off x="1248453" y="1612465"/>
            <a:ext cx="1828800" cy="30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5" name="Google Shape;265;p19"/>
          <p:cNvSpPr txBox="1">
            <a:spLocks noGrp="1"/>
          </p:cNvSpPr>
          <p:nvPr>
            <p:ph type="title" idx="2"/>
          </p:nvPr>
        </p:nvSpPr>
        <p:spPr>
          <a:xfrm>
            <a:off x="4009553" y="1612665"/>
            <a:ext cx="1828800" cy="30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6" name="Google Shape;266;p19"/>
          <p:cNvSpPr txBox="1">
            <a:spLocks noGrp="1"/>
          </p:cNvSpPr>
          <p:nvPr>
            <p:ph type="title" idx="3"/>
          </p:nvPr>
        </p:nvSpPr>
        <p:spPr>
          <a:xfrm>
            <a:off x="6868285" y="1612465"/>
            <a:ext cx="1828800" cy="30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 idx="4"/>
          </p:nvPr>
        </p:nvSpPr>
        <p:spPr>
          <a:xfrm>
            <a:off x="1205403" y="3331637"/>
            <a:ext cx="1828800" cy="30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title" idx="5"/>
          </p:nvPr>
        </p:nvSpPr>
        <p:spPr>
          <a:xfrm>
            <a:off x="4009553" y="3331812"/>
            <a:ext cx="1828800" cy="30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9" name="Google Shape;269;p19"/>
          <p:cNvSpPr txBox="1">
            <a:spLocks noGrp="1"/>
          </p:cNvSpPr>
          <p:nvPr>
            <p:ph type="title" idx="6"/>
          </p:nvPr>
        </p:nvSpPr>
        <p:spPr>
          <a:xfrm>
            <a:off x="6868285" y="3331637"/>
            <a:ext cx="1828800" cy="30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70" name="Google Shape;270;p19"/>
          <p:cNvSpPr txBox="1">
            <a:spLocks noGrp="1"/>
          </p:cNvSpPr>
          <p:nvPr>
            <p:ph type="subTitle" idx="1"/>
          </p:nvPr>
        </p:nvSpPr>
        <p:spPr>
          <a:xfrm>
            <a:off x="1248450" y="1965088"/>
            <a:ext cx="1828800" cy="4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19"/>
          <p:cNvSpPr txBox="1">
            <a:spLocks noGrp="1"/>
          </p:cNvSpPr>
          <p:nvPr>
            <p:ph type="subTitle" idx="7"/>
          </p:nvPr>
        </p:nvSpPr>
        <p:spPr>
          <a:xfrm>
            <a:off x="4009553" y="1965413"/>
            <a:ext cx="1828800" cy="4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19"/>
          <p:cNvSpPr txBox="1">
            <a:spLocks noGrp="1"/>
          </p:cNvSpPr>
          <p:nvPr>
            <p:ph type="subTitle" idx="8"/>
          </p:nvPr>
        </p:nvSpPr>
        <p:spPr>
          <a:xfrm>
            <a:off x="6868285" y="1965213"/>
            <a:ext cx="1828800" cy="4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9"/>
          <p:cNvSpPr txBox="1">
            <a:spLocks noGrp="1"/>
          </p:cNvSpPr>
          <p:nvPr>
            <p:ph type="subTitle" idx="9"/>
          </p:nvPr>
        </p:nvSpPr>
        <p:spPr>
          <a:xfrm>
            <a:off x="1205400" y="3688387"/>
            <a:ext cx="1828800" cy="4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9"/>
          <p:cNvSpPr txBox="1">
            <a:spLocks noGrp="1"/>
          </p:cNvSpPr>
          <p:nvPr>
            <p:ph type="subTitle" idx="13"/>
          </p:nvPr>
        </p:nvSpPr>
        <p:spPr>
          <a:xfrm>
            <a:off x="4009553" y="3688387"/>
            <a:ext cx="1828800" cy="4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9"/>
          <p:cNvSpPr txBox="1">
            <a:spLocks noGrp="1"/>
          </p:cNvSpPr>
          <p:nvPr>
            <p:ph type="subTitle" idx="14"/>
          </p:nvPr>
        </p:nvSpPr>
        <p:spPr>
          <a:xfrm>
            <a:off x="6868285" y="3688212"/>
            <a:ext cx="1828800" cy="4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19"/>
          <p:cNvSpPr txBox="1">
            <a:spLocks noGrp="1"/>
          </p:cNvSpPr>
          <p:nvPr>
            <p:ph type="title" idx="15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19"/>
          <p:cNvSpPr/>
          <p:nvPr/>
        </p:nvSpPr>
        <p:spPr>
          <a:xfrm rot="10800000">
            <a:off x="8573214" y="4750298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9"/>
          <p:cNvSpPr/>
          <p:nvPr/>
        </p:nvSpPr>
        <p:spPr>
          <a:xfrm rot="10800000">
            <a:off x="-62397" y="4508966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9"/>
          <p:cNvSpPr/>
          <p:nvPr/>
        </p:nvSpPr>
        <p:spPr>
          <a:xfrm rot="10800000">
            <a:off x="4693838" y="4750459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9"/>
          <p:cNvSpPr/>
          <p:nvPr/>
        </p:nvSpPr>
        <p:spPr>
          <a:xfrm rot="10800000">
            <a:off x="2111321" y="-1172866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9"/>
          <p:cNvSpPr/>
          <p:nvPr/>
        </p:nvSpPr>
        <p:spPr>
          <a:xfrm rot="10800000" flipH="1">
            <a:off x="-535640" y="332974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2" name="Google Shape;282;p19"/>
          <p:cNvGrpSpPr/>
          <p:nvPr/>
        </p:nvGrpSpPr>
        <p:grpSpPr>
          <a:xfrm rot="10800000" flipH="1">
            <a:off x="8136984" y="-220359"/>
            <a:ext cx="1265051" cy="1265051"/>
            <a:chOff x="3912750" y="637550"/>
            <a:chExt cx="947533" cy="947533"/>
          </a:xfrm>
        </p:grpSpPr>
        <p:sp>
          <p:nvSpPr>
            <p:cNvPr id="283" name="Google Shape;283;p19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4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0"/>
          <p:cNvSpPr txBox="1">
            <a:spLocks noGrp="1"/>
          </p:cNvSpPr>
          <p:nvPr>
            <p:ph type="title"/>
          </p:nvPr>
        </p:nvSpPr>
        <p:spPr>
          <a:xfrm>
            <a:off x="660413" y="3042796"/>
            <a:ext cx="37866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8" name="Google Shape;288;p20"/>
          <p:cNvSpPr txBox="1">
            <a:spLocks noGrp="1"/>
          </p:cNvSpPr>
          <p:nvPr>
            <p:ph type="title" idx="2" hasCustomPrompt="1"/>
          </p:nvPr>
        </p:nvSpPr>
        <p:spPr>
          <a:xfrm>
            <a:off x="660413" y="1166845"/>
            <a:ext cx="3786600" cy="12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9" name="Google Shape;289;p20"/>
          <p:cNvSpPr txBox="1">
            <a:spLocks noGrp="1"/>
          </p:cNvSpPr>
          <p:nvPr>
            <p:ph type="subTitle" idx="1"/>
          </p:nvPr>
        </p:nvSpPr>
        <p:spPr>
          <a:xfrm>
            <a:off x="660413" y="3802300"/>
            <a:ext cx="3786600" cy="6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90" name="Google Shape;290;p20"/>
          <p:cNvSpPr/>
          <p:nvPr/>
        </p:nvSpPr>
        <p:spPr>
          <a:xfrm rot="9593614" flipH="1">
            <a:off x="-3063799" y="-913641"/>
            <a:ext cx="7570919" cy="4973376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0"/>
          <p:cNvSpPr/>
          <p:nvPr/>
        </p:nvSpPr>
        <p:spPr>
          <a:xfrm rot="10800000" flipH="1">
            <a:off x="-351834" y="-633000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0"/>
          <p:cNvSpPr/>
          <p:nvPr/>
        </p:nvSpPr>
        <p:spPr>
          <a:xfrm rot="7572997" flipH="1">
            <a:off x="4888768" y="4809512"/>
            <a:ext cx="451684" cy="451723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0"/>
          <p:cNvSpPr/>
          <p:nvPr/>
        </p:nvSpPr>
        <p:spPr>
          <a:xfrm rot="10800000">
            <a:off x="3385172" y="-457885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4" name="Google Shape;294;p20"/>
          <p:cNvGrpSpPr/>
          <p:nvPr/>
        </p:nvGrpSpPr>
        <p:grpSpPr>
          <a:xfrm rot="10800000">
            <a:off x="-272565" y="4402845"/>
            <a:ext cx="1265051" cy="1265051"/>
            <a:chOff x="3912750" y="637550"/>
            <a:chExt cx="947533" cy="947533"/>
          </a:xfrm>
        </p:grpSpPr>
        <p:sp>
          <p:nvSpPr>
            <p:cNvPr id="295" name="Google Shape;295;p20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0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7" name="Google Shape;297;p20"/>
          <p:cNvSpPr/>
          <p:nvPr/>
        </p:nvSpPr>
        <p:spPr>
          <a:xfrm rot="-5400000" flipH="1">
            <a:off x="5224456" y="1108039"/>
            <a:ext cx="7437684" cy="5089589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0"/>
          <p:cNvSpPr/>
          <p:nvPr/>
        </p:nvSpPr>
        <p:spPr>
          <a:xfrm rot="10800000" flipH="1">
            <a:off x="7118425" y="-548835"/>
            <a:ext cx="1255220" cy="1255186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0"/>
          <p:cNvSpPr/>
          <p:nvPr/>
        </p:nvSpPr>
        <p:spPr>
          <a:xfrm rot="7572997" flipH="1">
            <a:off x="7995443" y="365512"/>
            <a:ext cx="451684" cy="451723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31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1"/>
          <p:cNvSpPr/>
          <p:nvPr/>
        </p:nvSpPr>
        <p:spPr>
          <a:xfrm rot="152678" flipH="1">
            <a:off x="423099" y="-382664"/>
            <a:ext cx="9221569" cy="6057697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1"/>
          <p:cNvSpPr txBox="1">
            <a:spLocks noGrp="1"/>
          </p:cNvSpPr>
          <p:nvPr>
            <p:ph type="title"/>
          </p:nvPr>
        </p:nvSpPr>
        <p:spPr>
          <a:xfrm>
            <a:off x="3622990" y="1807388"/>
            <a:ext cx="49812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4" name="Google Shape;304;p21"/>
          <p:cNvSpPr txBox="1">
            <a:spLocks noGrp="1"/>
          </p:cNvSpPr>
          <p:nvPr>
            <p:ph type="title" idx="2" hasCustomPrompt="1"/>
          </p:nvPr>
        </p:nvSpPr>
        <p:spPr>
          <a:xfrm>
            <a:off x="876150" y="1963501"/>
            <a:ext cx="2505600" cy="12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5" name="Google Shape;305;p21"/>
          <p:cNvSpPr txBox="1">
            <a:spLocks noGrp="1"/>
          </p:cNvSpPr>
          <p:nvPr>
            <p:ph type="subTitle" idx="1"/>
          </p:nvPr>
        </p:nvSpPr>
        <p:spPr>
          <a:xfrm>
            <a:off x="3622990" y="2712713"/>
            <a:ext cx="4981200" cy="62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306" name="Google Shape;306;p21"/>
          <p:cNvSpPr/>
          <p:nvPr/>
        </p:nvSpPr>
        <p:spPr>
          <a:xfrm>
            <a:off x="205428" y="265022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8033415" y="2791322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1"/>
          <p:cNvSpPr/>
          <p:nvPr/>
        </p:nvSpPr>
        <p:spPr>
          <a:xfrm>
            <a:off x="4783537" y="-584379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4493304" y="4548814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1"/>
          <p:cNvSpPr/>
          <p:nvPr/>
        </p:nvSpPr>
        <p:spPr>
          <a:xfrm flipH="1">
            <a:off x="7662222" y="4772218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1" name="Google Shape;311;p21"/>
          <p:cNvGrpSpPr/>
          <p:nvPr/>
        </p:nvGrpSpPr>
        <p:grpSpPr>
          <a:xfrm flipH="1">
            <a:off x="1123410" y="-420787"/>
            <a:ext cx="1265051" cy="1265051"/>
            <a:chOff x="3912750" y="637550"/>
            <a:chExt cx="947533" cy="947533"/>
          </a:xfrm>
        </p:grpSpPr>
        <p:sp>
          <p:nvSpPr>
            <p:cNvPr id="312" name="Google Shape;312;p21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2"/>
          <p:cNvSpPr/>
          <p:nvPr/>
        </p:nvSpPr>
        <p:spPr>
          <a:xfrm rot="152678" flipH="1">
            <a:off x="-43151" y="-681653"/>
            <a:ext cx="9221569" cy="6057697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2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2"/>
          <p:cNvSpPr/>
          <p:nvPr/>
        </p:nvSpPr>
        <p:spPr>
          <a:xfrm rot="10800000" flipH="1">
            <a:off x="-87747" y="3978848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2"/>
          <p:cNvSpPr/>
          <p:nvPr/>
        </p:nvSpPr>
        <p:spPr>
          <a:xfrm rot="10800000" flipH="1">
            <a:off x="4774540" y="4917366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2"/>
          <p:cNvSpPr/>
          <p:nvPr/>
        </p:nvSpPr>
        <p:spPr>
          <a:xfrm rot="10800000" flipH="1">
            <a:off x="8316312" y="4570384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2"/>
          <p:cNvSpPr/>
          <p:nvPr/>
        </p:nvSpPr>
        <p:spPr>
          <a:xfrm rot="10800000" flipH="1">
            <a:off x="1837279" y="-1240941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2"/>
          <p:cNvSpPr/>
          <p:nvPr/>
        </p:nvSpPr>
        <p:spPr>
          <a:xfrm rot="10800000">
            <a:off x="8477122" y="1127124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3" name="Google Shape;323;p22"/>
          <p:cNvGrpSpPr/>
          <p:nvPr/>
        </p:nvGrpSpPr>
        <p:grpSpPr>
          <a:xfrm rot="10800000">
            <a:off x="-535615" y="1254491"/>
            <a:ext cx="1265051" cy="1265051"/>
            <a:chOff x="3912750" y="637550"/>
            <a:chExt cx="947533" cy="947533"/>
          </a:xfrm>
        </p:grpSpPr>
        <p:sp>
          <p:nvSpPr>
            <p:cNvPr id="324" name="Google Shape;324;p22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5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3"/>
          <p:cNvSpPr/>
          <p:nvPr/>
        </p:nvSpPr>
        <p:spPr>
          <a:xfrm flipH="1">
            <a:off x="3438223" y="1103926"/>
            <a:ext cx="7570971" cy="4973410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3"/>
          <p:cNvSpPr/>
          <p:nvPr/>
        </p:nvSpPr>
        <p:spPr>
          <a:xfrm rot="10800000" flipH="1">
            <a:off x="-3537086" y="-1255575"/>
            <a:ext cx="7437684" cy="3930907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3"/>
          <p:cNvSpPr/>
          <p:nvPr/>
        </p:nvSpPr>
        <p:spPr>
          <a:xfrm>
            <a:off x="8430736" y="4582279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414424" y="4611254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-912500" y="-66004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8632874" y="365416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4" name="Google Shape;334;p23"/>
          <p:cNvGrpSpPr/>
          <p:nvPr/>
        </p:nvGrpSpPr>
        <p:grpSpPr>
          <a:xfrm>
            <a:off x="-533111" y="2954875"/>
            <a:ext cx="947533" cy="947533"/>
            <a:chOff x="3912750" y="637550"/>
            <a:chExt cx="947533" cy="947533"/>
          </a:xfrm>
        </p:grpSpPr>
        <p:sp>
          <p:nvSpPr>
            <p:cNvPr id="335" name="Google Shape;335;p23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3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" name="Google Shape;337;p23"/>
          <p:cNvSpPr/>
          <p:nvPr/>
        </p:nvSpPr>
        <p:spPr>
          <a:xfrm>
            <a:off x="3070214" y="4672900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3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6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4"/>
          <p:cNvSpPr/>
          <p:nvPr/>
        </p:nvSpPr>
        <p:spPr>
          <a:xfrm rot="10800000" flipH="1">
            <a:off x="145664" y="-976025"/>
            <a:ext cx="7437684" cy="3930907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8513036" y="5005029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4"/>
          <p:cNvSpPr/>
          <p:nvPr/>
        </p:nvSpPr>
        <p:spPr>
          <a:xfrm>
            <a:off x="-246876" y="4611254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4"/>
          <p:cNvSpPr/>
          <p:nvPr/>
        </p:nvSpPr>
        <p:spPr>
          <a:xfrm>
            <a:off x="8879750" y="1859984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4"/>
          <p:cNvSpPr/>
          <p:nvPr/>
        </p:nvSpPr>
        <p:spPr>
          <a:xfrm>
            <a:off x="145674" y="264241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6" name="Google Shape;346;p24"/>
          <p:cNvGrpSpPr/>
          <p:nvPr/>
        </p:nvGrpSpPr>
        <p:grpSpPr>
          <a:xfrm>
            <a:off x="8605714" y="-289525"/>
            <a:ext cx="947533" cy="947533"/>
            <a:chOff x="3912750" y="637550"/>
            <a:chExt cx="947533" cy="947533"/>
          </a:xfrm>
        </p:grpSpPr>
        <p:sp>
          <p:nvSpPr>
            <p:cNvPr id="347" name="Google Shape;347;p24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4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24"/>
          <p:cNvSpPr/>
          <p:nvPr/>
        </p:nvSpPr>
        <p:spPr>
          <a:xfrm>
            <a:off x="2267814" y="4883713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4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3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5"/>
          <p:cNvSpPr/>
          <p:nvPr/>
        </p:nvSpPr>
        <p:spPr>
          <a:xfrm rot="4624433" flipH="1">
            <a:off x="-2425894" y="876374"/>
            <a:ext cx="7570803" cy="4973300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5"/>
          <p:cNvSpPr/>
          <p:nvPr/>
        </p:nvSpPr>
        <p:spPr>
          <a:xfrm rot="10800000" flipH="1">
            <a:off x="-431084" y="4323613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5"/>
          <p:cNvSpPr/>
          <p:nvPr/>
        </p:nvSpPr>
        <p:spPr>
          <a:xfrm rot="7572997" flipH="1">
            <a:off x="-262007" y="2999012"/>
            <a:ext cx="451684" cy="451723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5"/>
          <p:cNvSpPr/>
          <p:nvPr/>
        </p:nvSpPr>
        <p:spPr>
          <a:xfrm rot="10800000">
            <a:off x="7118422" y="4500440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7" name="Google Shape;357;p25"/>
          <p:cNvGrpSpPr/>
          <p:nvPr/>
        </p:nvGrpSpPr>
        <p:grpSpPr>
          <a:xfrm rot="10800000">
            <a:off x="-351815" y="366445"/>
            <a:ext cx="1265051" cy="1265051"/>
            <a:chOff x="3912750" y="637550"/>
            <a:chExt cx="947533" cy="947533"/>
          </a:xfrm>
        </p:grpSpPr>
        <p:sp>
          <p:nvSpPr>
            <p:cNvPr id="358" name="Google Shape;358;p25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5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0" name="Google Shape;360;p25"/>
          <p:cNvSpPr/>
          <p:nvPr/>
        </p:nvSpPr>
        <p:spPr>
          <a:xfrm rot="-8883125" flipH="1">
            <a:off x="5203903" y="26969"/>
            <a:ext cx="7437657" cy="5089559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5"/>
          <p:cNvSpPr/>
          <p:nvPr/>
        </p:nvSpPr>
        <p:spPr>
          <a:xfrm rot="-9548220" flipH="1">
            <a:off x="7869421" y="136582"/>
            <a:ext cx="1255268" cy="1255234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5"/>
          <p:cNvSpPr/>
          <p:nvPr/>
        </p:nvSpPr>
        <p:spPr>
          <a:xfrm rot="8824802" flipH="1">
            <a:off x="8532716" y="1186600"/>
            <a:ext cx="451688" cy="45172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5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24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6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6"/>
          <p:cNvSpPr/>
          <p:nvPr/>
        </p:nvSpPr>
        <p:spPr>
          <a:xfrm rot="-8493879">
            <a:off x="3645057" y="-1125988"/>
            <a:ext cx="7437821" cy="3930979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6"/>
          <p:cNvSpPr/>
          <p:nvPr/>
        </p:nvSpPr>
        <p:spPr>
          <a:xfrm flipH="1">
            <a:off x="-3394072" y="4582279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6"/>
          <p:cNvSpPr/>
          <p:nvPr/>
        </p:nvSpPr>
        <p:spPr>
          <a:xfrm flipH="1">
            <a:off x="3467514" y="4690879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6"/>
          <p:cNvSpPr/>
          <p:nvPr/>
        </p:nvSpPr>
        <p:spPr>
          <a:xfrm flipH="1">
            <a:off x="-710354" y="921546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6"/>
          <p:cNvSpPr/>
          <p:nvPr/>
        </p:nvSpPr>
        <p:spPr>
          <a:xfrm flipH="1">
            <a:off x="-3537086" y="365416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1" name="Google Shape;371;p26"/>
          <p:cNvGrpSpPr/>
          <p:nvPr/>
        </p:nvGrpSpPr>
        <p:grpSpPr>
          <a:xfrm flipH="1">
            <a:off x="239045" y="3921850"/>
            <a:ext cx="947533" cy="947533"/>
            <a:chOff x="3912750" y="637550"/>
            <a:chExt cx="947533" cy="947533"/>
          </a:xfrm>
        </p:grpSpPr>
        <p:sp>
          <p:nvSpPr>
            <p:cNvPr id="372" name="Google Shape;372;p26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4" name="Google Shape;374;p26"/>
          <p:cNvSpPr/>
          <p:nvPr/>
        </p:nvSpPr>
        <p:spPr>
          <a:xfrm flipH="1">
            <a:off x="8740721" y="1021000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6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26"/>
          <p:cNvSpPr/>
          <p:nvPr/>
        </p:nvSpPr>
        <p:spPr>
          <a:xfrm flipH="1">
            <a:off x="7680205" y="4518343"/>
            <a:ext cx="1060519" cy="1060490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25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7"/>
          <p:cNvSpPr/>
          <p:nvPr/>
        </p:nvSpPr>
        <p:spPr>
          <a:xfrm rot="-2700000" flipH="1">
            <a:off x="3719835" y="491275"/>
            <a:ext cx="7570871" cy="4973344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7"/>
          <p:cNvSpPr/>
          <p:nvPr/>
        </p:nvSpPr>
        <p:spPr>
          <a:xfrm rot="6120395" flipH="1">
            <a:off x="-3108134" y="-506771"/>
            <a:ext cx="7437662" cy="3930895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7"/>
          <p:cNvSpPr/>
          <p:nvPr/>
        </p:nvSpPr>
        <p:spPr>
          <a:xfrm>
            <a:off x="8430736" y="4159529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7"/>
          <p:cNvSpPr/>
          <p:nvPr/>
        </p:nvSpPr>
        <p:spPr>
          <a:xfrm>
            <a:off x="-105326" y="4449279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7"/>
          <p:cNvSpPr/>
          <p:nvPr/>
        </p:nvSpPr>
        <p:spPr>
          <a:xfrm>
            <a:off x="1129575" y="4449271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7"/>
          <p:cNvSpPr/>
          <p:nvPr/>
        </p:nvSpPr>
        <p:spPr>
          <a:xfrm>
            <a:off x="8038174" y="-9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5" name="Google Shape;385;p27"/>
          <p:cNvGrpSpPr/>
          <p:nvPr/>
        </p:nvGrpSpPr>
        <p:grpSpPr>
          <a:xfrm>
            <a:off x="8632864" y="1246850"/>
            <a:ext cx="947533" cy="947533"/>
            <a:chOff x="3912750" y="637550"/>
            <a:chExt cx="947533" cy="947533"/>
          </a:xfrm>
        </p:grpSpPr>
        <p:sp>
          <p:nvSpPr>
            <p:cNvPr id="386" name="Google Shape;386;p27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7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8" name="Google Shape;388;p27"/>
          <p:cNvSpPr/>
          <p:nvPr/>
        </p:nvSpPr>
        <p:spPr>
          <a:xfrm>
            <a:off x="-405911" y="759175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7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29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8"/>
          <p:cNvSpPr/>
          <p:nvPr/>
        </p:nvSpPr>
        <p:spPr>
          <a:xfrm rot="10612777">
            <a:off x="-963410" y="-684046"/>
            <a:ext cx="7437600" cy="5089553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8"/>
          <p:cNvSpPr/>
          <p:nvPr/>
        </p:nvSpPr>
        <p:spPr>
          <a:xfrm rot="-4624433">
            <a:off x="4395026" y="876374"/>
            <a:ext cx="7570803" cy="4973300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8"/>
          <p:cNvSpPr/>
          <p:nvPr/>
        </p:nvSpPr>
        <p:spPr>
          <a:xfrm rot="10800000">
            <a:off x="-437727" y="4845463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8"/>
          <p:cNvSpPr/>
          <p:nvPr/>
        </p:nvSpPr>
        <p:spPr>
          <a:xfrm rot="-7572997">
            <a:off x="11324283" y="2999012"/>
            <a:ext cx="451684" cy="451723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8"/>
          <p:cNvSpPr/>
          <p:nvPr/>
        </p:nvSpPr>
        <p:spPr>
          <a:xfrm rot="10800000" flipH="1">
            <a:off x="0" y="-300135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6" name="Google Shape;396;p28"/>
          <p:cNvGrpSpPr/>
          <p:nvPr/>
        </p:nvGrpSpPr>
        <p:grpSpPr>
          <a:xfrm rot="10800000" flipH="1">
            <a:off x="10600724" y="366445"/>
            <a:ext cx="1265051" cy="1265051"/>
            <a:chOff x="3912750" y="637550"/>
            <a:chExt cx="947533" cy="947533"/>
          </a:xfrm>
        </p:grpSpPr>
        <p:sp>
          <p:nvSpPr>
            <p:cNvPr id="397" name="Google Shape;397;p28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8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9" name="Google Shape;399;p28"/>
          <p:cNvSpPr/>
          <p:nvPr/>
        </p:nvSpPr>
        <p:spPr>
          <a:xfrm rot="-7596057">
            <a:off x="7897867" y="-49664"/>
            <a:ext cx="1255252" cy="1255218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8"/>
          <p:cNvSpPr/>
          <p:nvPr/>
        </p:nvSpPr>
        <p:spPr>
          <a:xfrm rot="-4369158">
            <a:off x="7604746" y="276207"/>
            <a:ext cx="451686" cy="451725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8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7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9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9"/>
          <p:cNvSpPr/>
          <p:nvPr/>
        </p:nvSpPr>
        <p:spPr>
          <a:xfrm rot="10800000" flipH="1">
            <a:off x="-1573640" y="-182875"/>
            <a:ext cx="7437684" cy="3930907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9"/>
          <p:cNvSpPr txBox="1">
            <a:spLocks noGrp="1"/>
          </p:cNvSpPr>
          <p:nvPr>
            <p:ph type="subTitle" idx="1"/>
          </p:nvPr>
        </p:nvSpPr>
        <p:spPr>
          <a:xfrm>
            <a:off x="891389" y="1585405"/>
            <a:ext cx="4937700" cy="3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242424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29"/>
          <p:cNvSpPr txBox="1">
            <a:spLocks noGrp="1"/>
          </p:cNvSpPr>
          <p:nvPr>
            <p:ph type="subTitle" idx="2"/>
          </p:nvPr>
        </p:nvSpPr>
        <p:spPr>
          <a:xfrm>
            <a:off x="891389" y="2805988"/>
            <a:ext cx="4937700" cy="3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242424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29"/>
          <p:cNvSpPr txBox="1">
            <a:spLocks noGrp="1"/>
          </p:cNvSpPr>
          <p:nvPr>
            <p:ph type="subTitle" idx="3"/>
          </p:nvPr>
        </p:nvSpPr>
        <p:spPr>
          <a:xfrm>
            <a:off x="891389" y="4049720"/>
            <a:ext cx="4937700" cy="3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242424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29"/>
          <p:cNvSpPr txBox="1">
            <a:spLocks noGrp="1"/>
          </p:cNvSpPr>
          <p:nvPr>
            <p:ph type="title" hasCustomPrompt="1"/>
          </p:nvPr>
        </p:nvSpPr>
        <p:spPr>
          <a:xfrm>
            <a:off x="891389" y="762275"/>
            <a:ext cx="49377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09" name="Google Shape;409;p29"/>
          <p:cNvSpPr txBox="1">
            <a:spLocks noGrp="1"/>
          </p:cNvSpPr>
          <p:nvPr>
            <p:ph type="title" idx="4" hasCustomPrompt="1"/>
          </p:nvPr>
        </p:nvSpPr>
        <p:spPr>
          <a:xfrm>
            <a:off x="891389" y="1978035"/>
            <a:ext cx="49377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10" name="Google Shape;410;p29"/>
          <p:cNvSpPr txBox="1">
            <a:spLocks noGrp="1"/>
          </p:cNvSpPr>
          <p:nvPr>
            <p:ph type="title" idx="5" hasCustomPrompt="1"/>
          </p:nvPr>
        </p:nvSpPr>
        <p:spPr>
          <a:xfrm>
            <a:off x="891389" y="3193795"/>
            <a:ext cx="49377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5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11" name="Google Shape;411;p29"/>
          <p:cNvSpPr/>
          <p:nvPr/>
        </p:nvSpPr>
        <p:spPr>
          <a:xfrm rot="10800000">
            <a:off x="4" y="-607159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9"/>
          <p:cNvSpPr/>
          <p:nvPr/>
        </p:nvSpPr>
        <p:spPr>
          <a:xfrm rot="10800000">
            <a:off x="-1070664" y="2784716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9"/>
          <p:cNvSpPr/>
          <p:nvPr/>
        </p:nvSpPr>
        <p:spPr>
          <a:xfrm rot="10800000">
            <a:off x="1401218" y="4833474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9"/>
          <p:cNvSpPr/>
          <p:nvPr/>
        </p:nvSpPr>
        <p:spPr>
          <a:xfrm rot="10800000">
            <a:off x="5864061" y="4541941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9"/>
          <p:cNvSpPr/>
          <p:nvPr/>
        </p:nvSpPr>
        <p:spPr>
          <a:xfrm flipH="1">
            <a:off x="8204762" y="4712150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6" name="Google Shape;416;p29"/>
          <p:cNvGrpSpPr/>
          <p:nvPr/>
        </p:nvGrpSpPr>
        <p:grpSpPr>
          <a:xfrm flipH="1">
            <a:off x="8204744" y="-428680"/>
            <a:ext cx="1265051" cy="1265051"/>
            <a:chOff x="3912750" y="637550"/>
            <a:chExt cx="947533" cy="947533"/>
          </a:xfrm>
        </p:grpSpPr>
        <p:sp>
          <p:nvSpPr>
            <p:cNvPr id="417" name="Google Shape;417;p29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4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4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3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0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0"/>
          <p:cNvSpPr/>
          <p:nvPr/>
        </p:nvSpPr>
        <p:spPr>
          <a:xfrm rot="-10580869" flipH="1">
            <a:off x="534931" y="-786165"/>
            <a:ext cx="8757776" cy="5992889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0"/>
          <p:cNvSpPr txBox="1">
            <a:spLocks noGrp="1"/>
          </p:cNvSpPr>
          <p:nvPr>
            <p:ph type="subTitle" idx="1"/>
          </p:nvPr>
        </p:nvSpPr>
        <p:spPr>
          <a:xfrm>
            <a:off x="1265787" y="1718223"/>
            <a:ext cx="3101400" cy="3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rgbClr val="2424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30"/>
          <p:cNvSpPr txBox="1">
            <a:spLocks noGrp="1"/>
          </p:cNvSpPr>
          <p:nvPr>
            <p:ph type="subTitle" idx="2"/>
          </p:nvPr>
        </p:nvSpPr>
        <p:spPr>
          <a:xfrm>
            <a:off x="4776824" y="2739375"/>
            <a:ext cx="3101400" cy="3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rgbClr val="2424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30"/>
          <p:cNvSpPr txBox="1">
            <a:spLocks noGrp="1"/>
          </p:cNvSpPr>
          <p:nvPr>
            <p:ph type="subTitle" idx="3"/>
          </p:nvPr>
        </p:nvSpPr>
        <p:spPr>
          <a:xfrm>
            <a:off x="1419794" y="3739311"/>
            <a:ext cx="3101400" cy="3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rgbClr val="24242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5" name="Google Shape;425;p30"/>
          <p:cNvSpPr txBox="1">
            <a:spLocks noGrp="1"/>
          </p:cNvSpPr>
          <p:nvPr>
            <p:ph type="title" hasCustomPrompt="1"/>
          </p:nvPr>
        </p:nvSpPr>
        <p:spPr>
          <a:xfrm>
            <a:off x="1527850" y="1016399"/>
            <a:ext cx="25773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5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26" name="Google Shape;426;p30"/>
          <p:cNvSpPr txBox="1">
            <a:spLocks noGrp="1"/>
          </p:cNvSpPr>
          <p:nvPr>
            <p:ph type="title" idx="4" hasCustomPrompt="1"/>
          </p:nvPr>
        </p:nvSpPr>
        <p:spPr>
          <a:xfrm>
            <a:off x="5038874" y="2044670"/>
            <a:ext cx="25773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5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27" name="Google Shape;427;p30"/>
          <p:cNvSpPr txBox="1">
            <a:spLocks noGrp="1"/>
          </p:cNvSpPr>
          <p:nvPr>
            <p:ph type="title" idx="5" hasCustomPrompt="1"/>
          </p:nvPr>
        </p:nvSpPr>
        <p:spPr>
          <a:xfrm>
            <a:off x="1681850" y="3042276"/>
            <a:ext cx="25773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57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28" name="Google Shape;428;p30"/>
          <p:cNvSpPr/>
          <p:nvPr/>
        </p:nvSpPr>
        <p:spPr>
          <a:xfrm rot="10800000">
            <a:off x="7052829" y="-515484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0"/>
          <p:cNvSpPr/>
          <p:nvPr/>
        </p:nvSpPr>
        <p:spPr>
          <a:xfrm rot="10800000">
            <a:off x="-480414" y="231441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0"/>
          <p:cNvSpPr/>
          <p:nvPr/>
        </p:nvSpPr>
        <p:spPr>
          <a:xfrm rot="10800000">
            <a:off x="3520343" y="5027849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0"/>
          <p:cNvSpPr/>
          <p:nvPr/>
        </p:nvSpPr>
        <p:spPr>
          <a:xfrm rot="10800000">
            <a:off x="6773786" y="4347579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0"/>
          <p:cNvSpPr/>
          <p:nvPr/>
        </p:nvSpPr>
        <p:spPr>
          <a:xfrm flipH="1">
            <a:off x="-340238" y="4712163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3" name="Google Shape;433;p30"/>
          <p:cNvGrpSpPr/>
          <p:nvPr/>
        </p:nvGrpSpPr>
        <p:grpSpPr>
          <a:xfrm flipH="1">
            <a:off x="8595644" y="2204795"/>
            <a:ext cx="1265051" cy="1265051"/>
            <a:chOff x="3912750" y="637550"/>
            <a:chExt cx="947533" cy="947533"/>
          </a:xfrm>
        </p:grpSpPr>
        <p:sp>
          <p:nvSpPr>
            <p:cNvPr id="434" name="Google Shape;434;p30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4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4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1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1"/>
          <p:cNvSpPr/>
          <p:nvPr/>
        </p:nvSpPr>
        <p:spPr>
          <a:xfrm>
            <a:off x="424202" y="578141"/>
            <a:ext cx="9143923" cy="4832675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1"/>
          <p:cNvSpPr txBox="1">
            <a:spLocks noGrp="1"/>
          </p:cNvSpPr>
          <p:nvPr>
            <p:ph type="subTitle" idx="1"/>
          </p:nvPr>
        </p:nvSpPr>
        <p:spPr>
          <a:xfrm>
            <a:off x="4732850" y="2230325"/>
            <a:ext cx="3139200" cy="12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1"/>
          <p:cNvSpPr/>
          <p:nvPr/>
        </p:nvSpPr>
        <p:spPr>
          <a:xfrm rot="10800000" flipH="1">
            <a:off x="424203" y="4681948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31"/>
          <p:cNvSpPr/>
          <p:nvPr/>
        </p:nvSpPr>
        <p:spPr>
          <a:xfrm rot="10800000" flipH="1">
            <a:off x="6492490" y="4623991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31"/>
          <p:cNvSpPr/>
          <p:nvPr/>
        </p:nvSpPr>
        <p:spPr>
          <a:xfrm rot="10800000" flipH="1">
            <a:off x="4282437" y="4426659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31"/>
          <p:cNvSpPr/>
          <p:nvPr/>
        </p:nvSpPr>
        <p:spPr>
          <a:xfrm rot="10800000" flipH="1">
            <a:off x="3479854" y="-605841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/>
          <p:nvPr/>
        </p:nvSpPr>
        <p:spPr>
          <a:xfrm rot="10800000">
            <a:off x="7959072" y="-66001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5" name="Google Shape;445;p31"/>
          <p:cNvGrpSpPr/>
          <p:nvPr/>
        </p:nvGrpSpPr>
        <p:grpSpPr>
          <a:xfrm rot="10800000">
            <a:off x="-840840" y="229829"/>
            <a:ext cx="1265051" cy="1265051"/>
            <a:chOff x="3912750" y="637550"/>
            <a:chExt cx="947533" cy="947533"/>
          </a:xfrm>
        </p:grpSpPr>
        <p:sp>
          <p:nvSpPr>
            <p:cNvPr id="446" name="Google Shape;446;p31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448;p31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8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2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32"/>
          <p:cNvSpPr/>
          <p:nvPr/>
        </p:nvSpPr>
        <p:spPr>
          <a:xfrm rot="10273444" flipH="1">
            <a:off x="-1291082" y="-1327613"/>
            <a:ext cx="9488663" cy="6233152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2"/>
          <p:cNvSpPr txBox="1">
            <a:spLocks noGrp="1"/>
          </p:cNvSpPr>
          <p:nvPr>
            <p:ph type="subTitle" idx="1"/>
          </p:nvPr>
        </p:nvSpPr>
        <p:spPr>
          <a:xfrm>
            <a:off x="975300" y="2291425"/>
            <a:ext cx="3474600" cy="137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32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4" name="Google Shape;454;p32"/>
          <p:cNvSpPr/>
          <p:nvPr/>
        </p:nvSpPr>
        <p:spPr>
          <a:xfrm rot="10800000">
            <a:off x="7722614" y="4652973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2"/>
          <p:cNvSpPr/>
          <p:nvPr/>
        </p:nvSpPr>
        <p:spPr>
          <a:xfrm rot="10800000">
            <a:off x="523628" y="4623991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32"/>
          <p:cNvSpPr/>
          <p:nvPr/>
        </p:nvSpPr>
        <p:spPr>
          <a:xfrm rot="10800000">
            <a:off x="3177226" y="4447209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32"/>
          <p:cNvSpPr/>
          <p:nvPr/>
        </p:nvSpPr>
        <p:spPr>
          <a:xfrm rot="10800000">
            <a:off x="3037696" y="-605841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32"/>
          <p:cNvSpPr/>
          <p:nvPr/>
        </p:nvSpPr>
        <p:spPr>
          <a:xfrm rot="10800000" flipH="1">
            <a:off x="152410" y="-1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9" name="Google Shape;459;p32"/>
          <p:cNvGrpSpPr/>
          <p:nvPr/>
        </p:nvGrpSpPr>
        <p:grpSpPr>
          <a:xfrm rot="10800000" flipH="1">
            <a:off x="7722634" y="206979"/>
            <a:ext cx="1265051" cy="1265051"/>
            <a:chOff x="3912750" y="637550"/>
            <a:chExt cx="947533" cy="947533"/>
          </a:xfrm>
        </p:grpSpPr>
        <p:sp>
          <p:nvSpPr>
            <p:cNvPr id="460" name="Google Shape;460;p32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9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3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33"/>
          <p:cNvSpPr/>
          <p:nvPr/>
        </p:nvSpPr>
        <p:spPr>
          <a:xfrm flipH="1">
            <a:off x="-392142" y="-755851"/>
            <a:ext cx="8066268" cy="7715650"/>
          </a:xfrm>
          <a:custGeom>
            <a:avLst/>
            <a:gdLst/>
            <a:ahLst/>
            <a:cxnLst/>
            <a:rect l="l" t="t" r="r" b="b"/>
            <a:pathLst>
              <a:path w="183878" h="208517" extrusionOk="0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33"/>
          <p:cNvSpPr txBox="1">
            <a:spLocks noGrp="1"/>
          </p:cNvSpPr>
          <p:nvPr>
            <p:ph type="subTitle" idx="1"/>
          </p:nvPr>
        </p:nvSpPr>
        <p:spPr>
          <a:xfrm>
            <a:off x="4732850" y="2230325"/>
            <a:ext cx="3139200" cy="12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33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33"/>
          <p:cNvSpPr/>
          <p:nvPr/>
        </p:nvSpPr>
        <p:spPr>
          <a:xfrm flipH="1">
            <a:off x="8551414" y="642622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3"/>
          <p:cNvSpPr/>
          <p:nvPr/>
        </p:nvSpPr>
        <p:spPr>
          <a:xfrm flipH="1">
            <a:off x="140853" y="613634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3"/>
          <p:cNvSpPr/>
          <p:nvPr/>
        </p:nvSpPr>
        <p:spPr>
          <a:xfrm flipH="1">
            <a:off x="6921701" y="-667566"/>
            <a:ext cx="1144520" cy="1145687"/>
          </a:xfrm>
          <a:custGeom>
            <a:avLst/>
            <a:gdLst/>
            <a:ahLst/>
            <a:cxnLst/>
            <a:rect l="l" t="t" r="r" b="b"/>
            <a:pathLst>
              <a:path w="29424" h="29454" fill="none" extrusionOk="0">
                <a:moveTo>
                  <a:pt x="18967" y="2371"/>
                </a:moveTo>
                <a:cubicBezTo>
                  <a:pt x="25806" y="4742"/>
                  <a:pt x="29423" y="12189"/>
                  <a:pt x="27083" y="18998"/>
                </a:cubicBezTo>
                <a:cubicBezTo>
                  <a:pt x="24712" y="25837"/>
                  <a:pt x="17265" y="29454"/>
                  <a:pt x="10426" y="27113"/>
                </a:cubicBezTo>
                <a:cubicBezTo>
                  <a:pt x="3617" y="24743"/>
                  <a:pt x="0" y="17296"/>
                  <a:pt x="2341" y="10457"/>
                </a:cubicBezTo>
                <a:cubicBezTo>
                  <a:pt x="4711" y="3648"/>
                  <a:pt x="12158" y="1"/>
                  <a:pt x="18967" y="2371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3"/>
          <p:cNvSpPr/>
          <p:nvPr/>
        </p:nvSpPr>
        <p:spPr>
          <a:xfrm flipH="1">
            <a:off x="369671" y="2037401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3"/>
          <p:cNvSpPr/>
          <p:nvPr/>
        </p:nvSpPr>
        <p:spPr>
          <a:xfrm>
            <a:off x="2424585" y="4468980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2" name="Google Shape;472;p33"/>
          <p:cNvGrpSpPr/>
          <p:nvPr/>
        </p:nvGrpSpPr>
        <p:grpSpPr>
          <a:xfrm>
            <a:off x="7286384" y="4248613"/>
            <a:ext cx="1265051" cy="1265051"/>
            <a:chOff x="3912750" y="637550"/>
            <a:chExt cx="947533" cy="947533"/>
          </a:xfrm>
        </p:grpSpPr>
        <p:sp>
          <p:nvSpPr>
            <p:cNvPr id="473" name="Google Shape;473;p33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3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4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34"/>
          <p:cNvSpPr/>
          <p:nvPr/>
        </p:nvSpPr>
        <p:spPr>
          <a:xfrm rot="10800000">
            <a:off x="-1695388" y="-1501822"/>
            <a:ext cx="10924738" cy="7653447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4"/>
          <p:cNvSpPr txBox="1">
            <a:spLocks noGrp="1"/>
          </p:cNvSpPr>
          <p:nvPr>
            <p:ph type="title"/>
          </p:nvPr>
        </p:nvSpPr>
        <p:spPr>
          <a:xfrm>
            <a:off x="5128006" y="1802863"/>
            <a:ext cx="3483900" cy="95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9" name="Google Shape;479;p34"/>
          <p:cNvSpPr txBox="1">
            <a:spLocks noGrp="1"/>
          </p:cNvSpPr>
          <p:nvPr>
            <p:ph type="body" idx="1"/>
          </p:nvPr>
        </p:nvSpPr>
        <p:spPr>
          <a:xfrm>
            <a:off x="5128006" y="2941438"/>
            <a:ext cx="3483900" cy="12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80" name="Google Shape;480;p34"/>
          <p:cNvSpPr/>
          <p:nvPr/>
        </p:nvSpPr>
        <p:spPr>
          <a:xfrm rot="9619136" flipH="1">
            <a:off x="4221920" y="24507"/>
            <a:ext cx="1423564" cy="1423525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34"/>
          <p:cNvSpPr/>
          <p:nvPr/>
        </p:nvSpPr>
        <p:spPr>
          <a:xfrm rot="10800000" flipH="1">
            <a:off x="-346021" y="4728100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4"/>
          <p:cNvSpPr/>
          <p:nvPr/>
        </p:nvSpPr>
        <p:spPr>
          <a:xfrm rot="9619136" flipH="1">
            <a:off x="3915839" y="329659"/>
            <a:ext cx="451676" cy="451714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4"/>
          <p:cNvSpPr/>
          <p:nvPr/>
        </p:nvSpPr>
        <p:spPr>
          <a:xfrm rot="10800000">
            <a:off x="-524953" y="597515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4"/>
          <p:cNvGrpSpPr/>
          <p:nvPr/>
        </p:nvGrpSpPr>
        <p:grpSpPr>
          <a:xfrm rot="10800000">
            <a:off x="7663085" y="-250805"/>
            <a:ext cx="1265051" cy="1265051"/>
            <a:chOff x="3912750" y="637550"/>
            <a:chExt cx="947533" cy="947533"/>
          </a:xfrm>
        </p:grpSpPr>
        <p:sp>
          <p:nvSpPr>
            <p:cNvPr id="485" name="Google Shape;485;p34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2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5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5"/>
          <p:cNvSpPr/>
          <p:nvPr/>
        </p:nvSpPr>
        <p:spPr>
          <a:xfrm flipH="1">
            <a:off x="-220489" y="-141300"/>
            <a:ext cx="6411366" cy="6132485"/>
          </a:xfrm>
          <a:custGeom>
            <a:avLst/>
            <a:gdLst/>
            <a:ahLst/>
            <a:cxnLst/>
            <a:rect l="l" t="t" r="r" b="b"/>
            <a:pathLst>
              <a:path w="183878" h="208517" extrusionOk="0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5"/>
          <p:cNvSpPr/>
          <p:nvPr/>
        </p:nvSpPr>
        <p:spPr>
          <a:xfrm flipH="1">
            <a:off x="-316855" y="4390609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35"/>
          <p:cNvSpPr/>
          <p:nvPr/>
        </p:nvSpPr>
        <p:spPr>
          <a:xfrm flipH="1">
            <a:off x="261552" y="32904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5"/>
          <p:cNvSpPr/>
          <p:nvPr/>
        </p:nvSpPr>
        <p:spPr>
          <a:xfrm flipH="1">
            <a:off x="8286839" y="4755204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5"/>
          <p:cNvSpPr/>
          <p:nvPr/>
        </p:nvSpPr>
        <p:spPr>
          <a:xfrm flipH="1">
            <a:off x="8567920" y="-4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4" name="Google Shape;494;p35"/>
          <p:cNvGrpSpPr/>
          <p:nvPr/>
        </p:nvGrpSpPr>
        <p:grpSpPr>
          <a:xfrm flipH="1">
            <a:off x="6565920" y="-462900"/>
            <a:ext cx="947533" cy="947533"/>
            <a:chOff x="3912750" y="637550"/>
            <a:chExt cx="947533" cy="947533"/>
          </a:xfrm>
        </p:grpSpPr>
        <p:sp>
          <p:nvSpPr>
            <p:cNvPr id="495" name="Google Shape;495;p35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5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7" name="Google Shape;497;p35"/>
          <p:cNvSpPr/>
          <p:nvPr/>
        </p:nvSpPr>
        <p:spPr>
          <a:xfrm flipH="1">
            <a:off x="3296071" y="4755200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5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35"/>
          <p:cNvSpPr txBox="1">
            <a:spLocks noGrp="1"/>
          </p:cNvSpPr>
          <p:nvPr>
            <p:ph type="subTitle" idx="1"/>
          </p:nvPr>
        </p:nvSpPr>
        <p:spPr>
          <a:xfrm>
            <a:off x="713225" y="1952000"/>
            <a:ext cx="3756600" cy="24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0" name="Google Shape;500;p35"/>
          <p:cNvSpPr txBox="1">
            <a:spLocks noGrp="1"/>
          </p:cNvSpPr>
          <p:nvPr>
            <p:ph type="subTitle" idx="2"/>
          </p:nvPr>
        </p:nvSpPr>
        <p:spPr>
          <a:xfrm>
            <a:off x="4674425" y="1952000"/>
            <a:ext cx="3756600" cy="24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 u="sng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27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6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36"/>
          <p:cNvSpPr/>
          <p:nvPr/>
        </p:nvSpPr>
        <p:spPr>
          <a:xfrm rot="-5031216" flipH="1">
            <a:off x="1434942" y="-1473727"/>
            <a:ext cx="7384699" cy="9115003"/>
          </a:xfrm>
          <a:custGeom>
            <a:avLst/>
            <a:gdLst/>
            <a:ahLst/>
            <a:cxnLst/>
            <a:rect l="l" t="t" r="r" b="b"/>
            <a:pathLst>
              <a:path w="183878" h="208517" extrusionOk="0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36"/>
          <p:cNvSpPr/>
          <p:nvPr/>
        </p:nvSpPr>
        <p:spPr>
          <a:xfrm rot="7572997" flipH="1">
            <a:off x="7294923" y="-441551"/>
            <a:ext cx="1423590" cy="1423551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36"/>
          <p:cNvSpPr/>
          <p:nvPr/>
        </p:nvSpPr>
        <p:spPr>
          <a:xfrm rot="10800000" flipH="1">
            <a:off x="3685829" y="-269325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36"/>
          <p:cNvSpPr/>
          <p:nvPr/>
        </p:nvSpPr>
        <p:spPr>
          <a:xfrm rot="7572997" flipH="1">
            <a:off x="7101718" y="406662"/>
            <a:ext cx="451684" cy="451723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6"/>
          <p:cNvSpPr/>
          <p:nvPr/>
        </p:nvSpPr>
        <p:spPr>
          <a:xfrm rot="10800000">
            <a:off x="-120903" y="4521890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8" name="Google Shape;508;p36"/>
          <p:cNvGrpSpPr/>
          <p:nvPr/>
        </p:nvGrpSpPr>
        <p:grpSpPr>
          <a:xfrm rot="10800000">
            <a:off x="200635" y="-5"/>
            <a:ext cx="1265051" cy="1265051"/>
            <a:chOff x="3912750" y="637550"/>
            <a:chExt cx="947533" cy="947533"/>
          </a:xfrm>
        </p:grpSpPr>
        <p:sp>
          <p:nvSpPr>
            <p:cNvPr id="509" name="Google Shape;509;p36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6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1" name="Google Shape;511;p36"/>
          <p:cNvSpPr txBox="1">
            <a:spLocks noGrp="1"/>
          </p:cNvSpPr>
          <p:nvPr>
            <p:ph type="title"/>
          </p:nvPr>
        </p:nvSpPr>
        <p:spPr>
          <a:xfrm>
            <a:off x="701975" y="1488325"/>
            <a:ext cx="3602700" cy="58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2" name="Google Shape;512;p36"/>
          <p:cNvSpPr txBox="1">
            <a:spLocks noGrp="1"/>
          </p:cNvSpPr>
          <p:nvPr>
            <p:ph type="body" idx="1"/>
          </p:nvPr>
        </p:nvSpPr>
        <p:spPr>
          <a:xfrm>
            <a:off x="701975" y="2077825"/>
            <a:ext cx="3602700" cy="17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28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7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7"/>
          <p:cNvSpPr/>
          <p:nvPr/>
        </p:nvSpPr>
        <p:spPr>
          <a:xfrm rot="10800000" flipH="1">
            <a:off x="3483759" y="-462900"/>
            <a:ext cx="6411366" cy="6132485"/>
          </a:xfrm>
          <a:custGeom>
            <a:avLst/>
            <a:gdLst/>
            <a:ahLst/>
            <a:cxnLst/>
            <a:rect l="l" t="t" r="r" b="b"/>
            <a:pathLst>
              <a:path w="183878" h="208517" extrusionOk="0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7"/>
          <p:cNvSpPr/>
          <p:nvPr/>
        </p:nvSpPr>
        <p:spPr>
          <a:xfrm rot="10800000" flipH="1">
            <a:off x="8567920" y="-285855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7"/>
          <p:cNvSpPr/>
          <p:nvPr/>
        </p:nvSpPr>
        <p:spPr>
          <a:xfrm rot="10800000" flipH="1">
            <a:off x="8961406" y="5043664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7"/>
          <p:cNvSpPr/>
          <p:nvPr/>
        </p:nvSpPr>
        <p:spPr>
          <a:xfrm rot="10800000" flipH="1">
            <a:off x="995244" y="379321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7"/>
          <p:cNvSpPr/>
          <p:nvPr/>
        </p:nvSpPr>
        <p:spPr>
          <a:xfrm rot="10800000" flipH="1">
            <a:off x="-316855" y="4104757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0" name="Google Shape;520;p37"/>
          <p:cNvGrpSpPr/>
          <p:nvPr/>
        </p:nvGrpSpPr>
        <p:grpSpPr>
          <a:xfrm rot="10800000" flipH="1">
            <a:off x="2161184" y="5043652"/>
            <a:ext cx="947533" cy="947533"/>
            <a:chOff x="3912750" y="637550"/>
            <a:chExt cx="947533" cy="947533"/>
          </a:xfrm>
        </p:grpSpPr>
        <p:sp>
          <p:nvSpPr>
            <p:cNvPr id="521" name="Google Shape;521;p37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7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3" name="Google Shape;523;p37"/>
          <p:cNvSpPr/>
          <p:nvPr/>
        </p:nvSpPr>
        <p:spPr>
          <a:xfrm rot="10800000" flipH="1">
            <a:off x="5685434" y="78732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37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37"/>
          <p:cNvSpPr txBox="1">
            <a:spLocks noGrp="1"/>
          </p:cNvSpPr>
          <p:nvPr>
            <p:ph type="subTitle" idx="1"/>
          </p:nvPr>
        </p:nvSpPr>
        <p:spPr>
          <a:xfrm>
            <a:off x="713225" y="1952000"/>
            <a:ext cx="3756600" cy="24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6" name="Google Shape;526;p37"/>
          <p:cNvSpPr txBox="1">
            <a:spLocks noGrp="1"/>
          </p:cNvSpPr>
          <p:nvPr>
            <p:ph type="subTitle" idx="2"/>
          </p:nvPr>
        </p:nvSpPr>
        <p:spPr>
          <a:xfrm>
            <a:off x="4674425" y="1952000"/>
            <a:ext cx="3678600" cy="24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 u="sng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32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8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38"/>
          <p:cNvSpPr/>
          <p:nvPr/>
        </p:nvSpPr>
        <p:spPr>
          <a:xfrm rot="-5685180">
            <a:off x="4244480" y="-219388"/>
            <a:ext cx="7570857" cy="4973335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38"/>
          <p:cNvSpPr/>
          <p:nvPr/>
        </p:nvSpPr>
        <p:spPr>
          <a:xfrm rot="6011238" flipH="1">
            <a:off x="-1893621" y="-277463"/>
            <a:ext cx="7437813" cy="5089473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38"/>
          <p:cNvSpPr txBox="1">
            <a:spLocks noGrp="1"/>
          </p:cNvSpPr>
          <p:nvPr>
            <p:ph type="title"/>
          </p:nvPr>
        </p:nvSpPr>
        <p:spPr>
          <a:xfrm>
            <a:off x="735990" y="1504788"/>
            <a:ext cx="3602700" cy="58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2" name="Google Shape;532;p38"/>
          <p:cNvSpPr txBox="1">
            <a:spLocks noGrp="1"/>
          </p:cNvSpPr>
          <p:nvPr>
            <p:ph type="body" idx="1"/>
          </p:nvPr>
        </p:nvSpPr>
        <p:spPr>
          <a:xfrm>
            <a:off x="735990" y="2094298"/>
            <a:ext cx="3602700" cy="154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33" name="Google Shape;533;p38"/>
          <p:cNvSpPr/>
          <p:nvPr/>
        </p:nvSpPr>
        <p:spPr>
          <a:xfrm rot="10800000" flipH="1">
            <a:off x="4987641" y="4473838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8"/>
          <p:cNvSpPr/>
          <p:nvPr/>
        </p:nvSpPr>
        <p:spPr>
          <a:xfrm rot="7572997" flipH="1">
            <a:off x="389793" y="4234612"/>
            <a:ext cx="451684" cy="451723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38"/>
          <p:cNvSpPr/>
          <p:nvPr/>
        </p:nvSpPr>
        <p:spPr>
          <a:xfrm rot="10800000">
            <a:off x="3302272" y="-332197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6" name="Google Shape;536;p38"/>
          <p:cNvGrpSpPr/>
          <p:nvPr/>
        </p:nvGrpSpPr>
        <p:grpSpPr>
          <a:xfrm rot="10800000">
            <a:off x="6132335" y="-772905"/>
            <a:ext cx="1265051" cy="1265051"/>
            <a:chOff x="3912750" y="637550"/>
            <a:chExt cx="947533" cy="947533"/>
          </a:xfrm>
        </p:grpSpPr>
        <p:sp>
          <p:nvSpPr>
            <p:cNvPr id="537" name="Google Shape;537;p38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8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9" name="Google Shape;539;p38"/>
          <p:cNvSpPr/>
          <p:nvPr/>
        </p:nvSpPr>
        <p:spPr>
          <a:xfrm rot="1728187" flipH="1">
            <a:off x="7622106" y="3663546"/>
            <a:ext cx="1255252" cy="1255218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38"/>
          <p:cNvSpPr/>
          <p:nvPr/>
        </p:nvSpPr>
        <p:spPr>
          <a:xfrm rot="-1498638" flipH="1">
            <a:off x="7854436" y="3387095"/>
            <a:ext cx="451683" cy="451722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1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9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39"/>
          <p:cNvSpPr txBox="1">
            <a:spLocks noGrp="1"/>
          </p:cNvSpPr>
          <p:nvPr>
            <p:ph type="title"/>
          </p:nvPr>
        </p:nvSpPr>
        <p:spPr>
          <a:xfrm>
            <a:off x="2325300" y="713225"/>
            <a:ext cx="4493400" cy="616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39"/>
          <p:cNvSpPr txBox="1"/>
          <p:nvPr/>
        </p:nvSpPr>
        <p:spPr>
          <a:xfrm>
            <a:off x="2489550" y="3372600"/>
            <a:ext cx="4164900" cy="8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" b="1">
                <a:solidFill>
                  <a:schemeClr val="lt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lang="en" b="1">
                <a:solidFill>
                  <a:schemeClr val="lt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, infographics &amp; images by </a:t>
            </a:r>
            <a:r>
              <a:rPr lang="en" b="1">
                <a:solidFill>
                  <a:schemeClr val="lt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45" name="Google Shape;545;p39"/>
          <p:cNvSpPr txBox="1">
            <a:spLocks noGrp="1"/>
          </p:cNvSpPr>
          <p:nvPr>
            <p:ph type="subTitle" idx="1"/>
          </p:nvPr>
        </p:nvSpPr>
        <p:spPr>
          <a:xfrm>
            <a:off x="2521500" y="1329325"/>
            <a:ext cx="4101000" cy="138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46" name="Google Shape;546;p39"/>
          <p:cNvSpPr/>
          <p:nvPr/>
        </p:nvSpPr>
        <p:spPr>
          <a:xfrm rot="3075939" flipH="1">
            <a:off x="-1203843" y="1956101"/>
            <a:ext cx="7570775" cy="4973281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39"/>
          <p:cNvSpPr/>
          <p:nvPr/>
        </p:nvSpPr>
        <p:spPr>
          <a:xfrm rot="10800000" flipH="1">
            <a:off x="3860216" y="4859663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39"/>
          <p:cNvSpPr/>
          <p:nvPr/>
        </p:nvSpPr>
        <p:spPr>
          <a:xfrm rot="7572997" flipH="1">
            <a:off x="1219318" y="3708212"/>
            <a:ext cx="451684" cy="451723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9"/>
          <p:cNvSpPr/>
          <p:nvPr/>
        </p:nvSpPr>
        <p:spPr>
          <a:xfrm rot="10800000">
            <a:off x="1295997" y="-50972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39"/>
          <p:cNvGrpSpPr/>
          <p:nvPr/>
        </p:nvGrpSpPr>
        <p:grpSpPr>
          <a:xfrm rot="10800000">
            <a:off x="7397385" y="-271330"/>
            <a:ext cx="1265051" cy="1265051"/>
            <a:chOff x="3912750" y="637550"/>
            <a:chExt cx="947533" cy="947533"/>
          </a:xfrm>
        </p:grpSpPr>
        <p:sp>
          <p:nvSpPr>
            <p:cNvPr id="551" name="Google Shape;551;p39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9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3" name="Google Shape;553;p39"/>
          <p:cNvSpPr/>
          <p:nvPr/>
        </p:nvSpPr>
        <p:spPr>
          <a:xfrm rot="-9103592">
            <a:off x="4195664" y="-1222777"/>
            <a:ext cx="7437770" cy="5089555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39"/>
          <p:cNvSpPr/>
          <p:nvPr/>
        </p:nvSpPr>
        <p:spPr>
          <a:xfrm rot="-1205794" flipH="1">
            <a:off x="7671921" y="3029289"/>
            <a:ext cx="1255248" cy="1255213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39"/>
          <p:cNvSpPr/>
          <p:nvPr/>
        </p:nvSpPr>
        <p:spPr>
          <a:xfrm rot="-4432563" flipH="1">
            <a:off x="7451238" y="3112896"/>
            <a:ext cx="451679" cy="451718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9"/>
          <p:cNvSpPr/>
          <p:nvPr/>
        </p:nvSpPr>
        <p:spPr>
          <a:xfrm rot="10800000">
            <a:off x="-282128" y="1738712"/>
            <a:ext cx="1125652" cy="1127635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8"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0"/>
          <p:cNvSpPr/>
          <p:nvPr/>
        </p:nvSpPr>
        <p:spPr>
          <a:xfrm flipH="1">
            <a:off x="-184147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40"/>
          <p:cNvSpPr/>
          <p:nvPr/>
        </p:nvSpPr>
        <p:spPr>
          <a:xfrm rot="-7575992">
            <a:off x="3311472" y="-1827843"/>
            <a:ext cx="9206100" cy="6299659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40"/>
          <p:cNvSpPr/>
          <p:nvPr/>
        </p:nvSpPr>
        <p:spPr>
          <a:xfrm flipH="1">
            <a:off x="-2061964" y="1029175"/>
            <a:ext cx="6411366" cy="6132485"/>
          </a:xfrm>
          <a:custGeom>
            <a:avLst/>
            <a:gdLst/>
            <a:ahLst/>
            <a:cxnLst/>
            <a:rect l="l" t="t" r="r" b="b"/>
            <a:pathLst>
              <a:path w="183878" h="208517" extrusionOk="0">
                <a:moveTo>
                  <a:pt x="159240" y="0"/>
                </a:moveTo>
                <a:cubicBezTo>
                  <a:pt x="153253" y="2843"/>
                  <a:pt x="147568" y="6332"/>
                  <a:pt x="142356" y="10381"/>
                </a:cubicBezTo>
                <a:cubicBezTo>
                  <a:pt x="135249" y="16066"/>
                  <a:pt x="129778" y="21795"/>
                  <a:pt x="124868" y="30237"/>
                </a:cubicBezTo>
                <a:cubicBezTo>
                  <a:pt x="119958" y="38723"/>
                  <a:pt x="117460" y="49663"/>
                  <a:pt x="115134" y="59139"/>
                </a:cubicBezTo>
                <a:cubicBezTo>
                  <a:pt x="114057" y="63446"/>
                  <a:pt x="112980" y="67840"/>
                  <a:pt x="110826" y="71760"/>
                </a:cubicBezTo>
                <a:cubicBezTo>
                  <a:pt x="103159" y="85931"/>
                  <a:pt x="84853" y="89678"/>
                  <a:pt x="71630" y="98852"/>
                </a:cubicBezTo>
                <a:cubicBezTo>
                  <a:pt x="61982" y="105572"/>
                  <a:pt x="54918" y="115306"/>
                  <a:pt x="51515" y="126505"/>
                </a:cubicBezTo>
                <a:cubicBezTo>
                  <a:pt x="47423" y="140116"/>
                  <a:pt x="48500" y="156269"/>
                  <a:pt x="38550" y="166391"/>
                </a:cubicBezTo>
                <a:cubicBezTo>
                  <a:pt x="32520" y="172593"/>
                  <a:pt x="23647" y="174962"/>
                  <a:pt x="16454" y="179787"/>
                </a:cubicBezTo>
                <a:cubicBezTo>
                  <a:pt x="7064" y="186032"/>
                  <a:pt x="991" y="197274"/>
                  <a:pt x="0" y="208516"/>
                </a:cubicBezTo>
                <a:lnTo>
                  <a:pt x="183878" y="208516"/>
                </a:lnTo>
                <a:lnTo>
                  <a:pt x="183878" y="0"/>
                </a:ln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0"/>
          <p:cNvSpPr/>
          <p:nvPr/>
        </p:nvSpPr>
        <p:spPr>
          <a:xfrm flipH="1">
            <a:off x="-5" y="1719684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40"/>
          <p:cNvSpPr/>
          <p:nvPr/>
        </p:nvSpPr>
        <p:spPr>
          <a:xfrm flipH="1">
            <a:off x="614252" y="-65996"/>
            <a:ext cx="451678" cy="451717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40"/>
          <p:cNvSpPr/>
          <p:nvPr/>
        </p:nvSpPr>
        <p:spPr>
          <a:xfrm flipH="1">
            <a:off x="7051289" y="4905491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40"/>
          <p:cNvSpPr/>
          <p:nvPr/>
        </p:nvSpPr>
        <p:spPr>
          <a:xfrm flipH="1">
            <a:off x="7973495" y="-66004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0"/>
          <p:cNvSpPr/>
          <p:nvPr/>
        </p:nvSpPr>
        <p:spPr>
          <a:xfrm flipH="1">
            <a:off x="370614" y="4477166"/>
            <a:ext cx="392554" cy="393759"/>
          </a:xfrm>
          <a:custGeom>
            <a:avLst/>
            <a:gdLst/>
            <a:ahLst/>
            <a:cxnLst/>
            <a:rect l="l" t="t" r="r" b="b"/>
            <a:pathLst>
              <a:path w="10092" h="10123" fill="none" extrusionOk="0">
                <a:moveTo>
                  <a:pt x="10092" y="5077"/>
                </a:moveTo>
                <a:cubicBezTo>
                  <a:pt x="10092" y="2280"/>
                  <a:pt x="7843" y="1"/>
                  <a:pt x="5046" y="1"/>
                </a:cubicBezTo>
                <a:cubicBezTo>
                  <a:pt x="2250" y="1"/>
                  <a:pt x="1" y="2280"/>
                  <a:pt x="1" y="5077"/>
                </a:cubicBezTo>
                <a:cubicBezTo>
                  <a:pt x="1" y="7843"/>
                  <a:pt x="2250" y="10122"/>
                  <a:pt x="5046" y="10122"/>
                </a:cubicBezTo>
                <a:cubicBezTo>
                  <a:pt x="7843" y="10122"/>
                  <a:pt x="10092" y="7843"/>
                  <a:pt x="10092" y="5077"/>
                </a:cubicBezTo>
                <a:close/>
              </a:path>
            </a:pathLst>
          </a:custGeom>
          <a:noFill/>
          <a:ln w="4550" cap="flat" cmpd="sng">
            <a:solidFill>
              <a:schemeClr val="accent3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6" name="Google Shape;566;p40"/>
          <p:cNvGrpSpPr/>
          <p:nvPr/>
        </p:nvGrpSpPr>
        <p:grpSpPr>
          <a:xfrm flipH="1">
            <a:off x="5585945" y="-561800"/>
            <a:ext cx="947533" cy="947533"/>
            <a:chOff x="3912750" y="637550"/>
            <a:chExt cx="947533" cy="947533"/>
          </a:xfrm>
        </p:grpSpPr>
        <p:sp>
          <p:nvSpPr>
            <p:cNvPr id="567" name="Google Shape;567;p40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0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" name="Google Shape;569;p40"/>
          <p:cNvSpPr/>
          <p:nvPr/>
        </p:nvSpPr>
        <p:spPr>
          <a:xfrm flipH="1">
            <a:off x="3348871" y="4755200"/>
            <a:ext cx="693132" cy="694353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9"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1"/>
          <p:cNvSpPr/>
          <p:nvPr/>
        </p:nvSpPr>
        <p:spPr>
          <a:xfrm>
            <a:off x="-62400" y="-66000"/>
            <a:ext cx="9268800" cy="5275500"/>
          </a:xfrm>
          <a:prstGeom prst="rect">
            <a:avLst/>
          </a:prstGeom>
          <a:gradFill>
            <a:gsLst>
              <a:gs pos="0">
                <a:srgbClr val="FFFFFF">
                  <a:alpha val="41180"/>
                </a:srgbClr>
              </a:gs>
              <a:gs pos="100000">
                <a:srgbClr val="F3F3F3">
                  <a:alpha val="41180"/>
                </a:srgbClr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41"/>
          <p:cNvSpPr/>
          <p:nvPr/>
        </p:nvSpPr>
        <p:spPr>
          <a:xfrm rot="-3075939">
            <a:off x="4301454" y="1956101"/>
            <a:ext cx="7570775" cy="4973281"/>
          </a:xfrm>
          <a:custGeom>
            <a:avLst/>
            <a:gdLst/>
            <a:ahLst/>
            <a:cxnLst/>
            <a:rect l="l" t="t" r="r" b="b"/>
            <a:pathLst>
              <a:path w="102546" h="67363" extrusionOk="0">
                <a:moveTo>
                  <a:pt x="0" y="1"/>
                </a:moveTo>
                <a:lnTo>
                  <a:pt x="0" y="67363"/>
                </a:lnTo>
                <a:lnTo>
                  <a:pt x="102546" y="67363"/>
                </a:lnTo>
                <a:cubicBezTo>
                  <a:pt x="102322" y="66357"/>
                  <a:pt x="98937" y="50201"/>
                  <a:pt x="91384" y="46414"/>
                </a:cubicBezTo>
                <a:cubicBezTo>
                  <a:pt x="83563" y="42503"/>
                  <a:pt x="70848" y="43341"/>
                  <a:pt x="57720" y="39576"/>
                </a:cubicBezTo>
                <a:cubicBezTo>
                  <a:pt x="44592" y="35799"/>
                  <a:pt x="41664" y="21978"/>
                  <a:pt x="33284" y="13174"/>
                </a:cubicBezTo>
                <a:cubicBezTo>
                  <a:pt x="24905" y="4381"/>
                  <a:pt x="17642" y="2984"/>
                  <a:pt x="8559" y="2425"/>
                </a:cubicBezTo>
                <a:cubicBezTo>
                  <a:pt x="4693" y="2180"/>
                  <a:pt x="2034" y="1129"/>
                  <a:pt x="0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41"/>
          <p:cNvSpPr/>
          <p:nvPr/>
        </p:nvSpPr>
        <p:spPr>
          <a:xfrm rot="9103592" flipH="1">
            <a:off x="-736449" y="-1679977"/>
            <a:ext cx="7437770" cy="5089555"/>
          </a:xfrm>
          <a:custGeom>
            <a:avLst/>
            <a:gdLst/>
            <a:ahLst/>
            <a:cxnLst/>
            <a:rect l="l" t="t" r="r" b="b"/>
            <a:pathLst>
              <a:path w="92592" h="48936" extrusionOk="0">
                <a:moveTo>
                  <a:pt x="64841" y="1"/>
                </a:moveTo>
                <a:cubicBezTo>
                  <a:pt x="58884" y="1"/>
                  <a:pt x="53522" y="1916"/>
                  <a:pt x="50559" y="5316"/>
                </a:cubicBezTo>
                <a:cubicBezTo>
                  <a:pt x="45456" y="11168"/>
                  <a:pt x="45800" y="21411"/>
                  <a:pt x="40578" y="21411"/>
                </a:cubicBezTo>
                <a:cubicBezTo>
                  <a:pt x="40506" y="21411"/>
                  <a:pt x="40432" y="21409"/>
                  <a:pt x="40358" y="21405"/>
                </a:cubicBezTo>
                <a:cubicBezTo>
                  <a:pt x="36232" y="21194"/>
                  <a:pt x="34026" y="16844"/>
                  <a:pt x="29913" y="16844"/>
                </a:cubicBezTo>
                <a:cubicBezTo>
                  <a:pt x="28602" y="16844"/>
                  <a:pt x="27097" y="17286"/>
                  <a:pt x="25274" y="18444"/>
                </a:cubicBezTo>
                <a:cubicBezTo>
                  <a:pt x="17732" y="23249"/>
                  <a:pt x="21643" y="29740"/>
                  <a:pt x="21084" y="33830"/>
                </a:cubicBezTo>
                <a:cubicBezTo>
                  <a:pt x="20943" y="34861"/>
                  <a:pt x="20429" y="35229"/>
                  <a:pt x="19656" y="35229"/>
                </a:cubicBezTo>
                <a:cubicBezTo>
                  <a:pt x="17739" y="35229"/>
                  <a:pt x="14230" y="32968"/>
                  <a:pt x="10875" y="32968"/>
                </a:cubicBezTo>
                <a:cubicBezTo>
                  <a:pt x="10219" y="32968"/>
                  <a:pt x="9570" y="33054"/>
                  <a:pt x="8939" y="33260"/>
                </a:cubicBezTo>
                <a:cubicBezTo>
                  <a:pt x="3766" y="34958"/>
                  <a:pt x="1398" y="39763"/>
                  <a:pt x="1956" y="42578"/>
                </a:cubicBezTo>
                <a:cubicBezTo>
                  <a:pt x="2515" y="45405"/>
                  <a:pt x="1" y="48936"/>
                  <a:pt x="1" y="48936"/>
                </a:cubicBezTo>
                <a:lnTo>
                  <a:pt x="91195" y="48936"/>
                </a:lnTo>
                <a:cubicBezTo>
                  <a:pt x="91195" y="48936"/>
                  <a:pt x="92591" y="30578"/>
                  <a:pt x="90357" y="18299"/>
                </a:cubicBezTo>
                <a:cubicBezTo>
                  <a:pt x="90357" y="18299"/>
                  <a:pt x="88547" y="8702"/>
                  <a:pt x="78346" y="3339"/>
                </a:cubicBezTo>
                <a:cubicBezTo>
                  <a:pt x="74006" y="1055"/>
                  <a:pt x="69260" y="1"/>
                  <a:pt x="64841" y="1"/>
                </a:cubicBezTo>
                <a:close/>
              </a:path>
            </a:pathLst>
          </a:custGeom>
          <a:solidFill>
            <a:srgbClr val="D6D7D7">
              <a:alpha val="41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"/>
          <p:cNvSpPr/>
          <p:nvPr/>
        </p:nvSpPr>
        <p:spPr>
          <a:xfrm rot="10800000">
            <a:off x="2140773" y="4666738"/>
            <a:ext cx="1423571" cy="1423532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41"/>
          <p:cNvSpPr/>
          <p:nvPr/>
        </p:nvSpPr>
        <p:spPr>
          <a:xfrm rot="-7572997">
            <a:off x="9225983" y="3708212"/>
            <a:ext cx="451684" cy="451723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41"/>
          <p:cNvSpPr/>
          <p:nvPr/>
        </p:nvSpPr>
        <p:spPr>
          <a:xfrm rot="10800000" flipH="1">
            <a:off x="7463000" y="-417497"/>
            <a:ext cx="822888" cy="824337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7" name="Google Shape;577;p41"/>
          <p:cNvGrpSpPr/>
          <p:nvPr/>
        </p:nvGrpSpPr>
        <p:grpSpPr>
          <a:xfrm rot="10800000" flipH="1">
            <a:off x="324724" y="-271330"/>
            <a:ext cx="1265051" cy="1265051"/>
            <a:chOff x="3912750" y="637550"/>
            <a:chExt cx="947533" cy="947533"/>
          </a:xfrm>
        </p:grpSpPr>
        <p:sp>
          <p:nvSpPr>
            <p:cNvPr id="578" name="Google Shape;578;p41"/>
            <p:cNvSpPr/>
            <p:nvPr/>
          </p:nvSpPr>
          <p:spPr>
            <a:xfrm>
              <a:off x="3912750" y="637550"/>
              <a:ext cx="947533" cy="947533"/>
            </a:xfrm>
            <a:custGeom>
              <a:avLst/>
              <a:gdLst/>
              <a:ahLst/>
              <a:cxnLst/>
              <a:rect l="l" t="t" r="r" b="b"/>
              <a:pathLst>
                <a:path w="14743" h="14743" fill="none" extrusionOk="0">
                  <a:moveTo>
                    <a:pt x="14226" y="6809"/>
                  </a:moveTo>
                  <a:lnTo>
                    <a:pt x="14742" y="6414"/>
                  </a:lnTo>
                  <a:lnTo>
                    <a:pt x="14530" y="5289"/>
                  </a:lnTo>
                  <a:lnTo>
                    <a:pt x="13861" y="5107"/>
                  </a:lnTo>
                  <a:cubicBezTo>
                    <a:pt x="13648" y="4499"/>
                    <a:pt x="13375" y="3952"/>
                    <a:pt x="13040" y="3466"/>
                  </a:cubicBezTo>
                  <a:lnTo>
                    <a:pt x="13283" y="2858"/>
                  </a:lnTo>
                  <a:lnTo>
                    <a:pt x="12524" y="2007"/>
                  </a:lnTo>
                  <a:lnTo>
                    <a:pt x="11855" y="2159"/>
                  </a:lnTo>
                  <a:cubicBezTo>
                    <a:pt x="11399" y="1764"/>
                    <a:pt x="10882" y="1429"/>
                    <a:pt x="10335" y="1156"/>
                  </a:cubicBezTo>
                  <a:lnTo>
                    <a:pt x="10244" y="517"/>
                  </a:lnTo>
                  <a:lnTo>
                    <a:pt x="9150" y="153"/>
                  </a:lnTo>
                  <a:lnTo>
                    <a:pt x="8663" y="609"/>
                  </a:lnTo>
                  <a:cubicBezTo>
                    <a:pt x="8055" y="487"/>
                    <a:pt x="7447" y="457"/>
                    <a:pt x="6809" y="517"/>
                  </a:cubicBezTo>
                  <a:lnTo>
                    <a:pt x="6414" y="1"/>
                  </a:lnTo>
                  <a:lnTo>
                    <a:pt x="5289" y="213"/>
                  </a:lnTo>
                  <a:lnTo>
                    <a:pt x="5107" y="882"/>
                  </a:lnTo>
                  <a:cubicBezTo>
                    <a:pt x="4499" y="1095"/>
                    <a:pt x="3952" y="1368"/>
                    <a:pt x="3466" y="1703"/>
                  </a:cubicBezTo>
                  <a:lnTo>
                    <a:pt x="2858" y="1460"/>
                  </a:lnTo>
                  <a:lnTo>
                    <a:pt x="2007" y="2219"/>
                  </a:lnTo>
                  <a:lnTo>
                    <a:pt x="2159" y="2888"/>
                  </a:lnTo>
                  <a:cubicBezTo>
                    <a:pt x="1763" y="3344"/>
                    <a:pt x="1429" y="3861"/>
                    <a:pt x="1156" y="4408"/>
                  </a:cubicBezTo>
                  <a:lnTo>
                    <a:pt x="517" y="4499"/>
                  </a:lnTo>
                  <a:lnTo>
                    <a:pt x="153" y="5593"/>
                  </a:lnTo>
                  <a:lnTo>
                    <a:pt x="608" y="6080"/>
                  </a:lnTo>
                  <a:cubicBezTo>
                    <a:pt x="487" y="6688"/>
                    <a:pt x="456" y="7296"/>
                    <a:pt x="517" y="7934"/>
                  </a:cubicBezTo>
                  <a:lnTo>
                    <a:pt x="1" y="8329"/>
                  </a:lnTo>
                  <a:lnTo>
                    <a:pt x="213" y="9454"/>
                  </a:lnTo>
                  <a:lnTo>
                    <a:pt x="882" y="9636"/>
                  </a:lnTo>
                  <a:cubicBezTo>
                    <a:pt x="1095" y="10244"/>
                    <a:pt x="1368" y="10791"/>
                    <a:pt x="1703" y="11277"/>
                  </a:cubicBezTo>
                  <a:lnTo>
                    <a:pt x="1460" y="11885"/>
                  </a:lnTo>
                  <a:lnTo>
                    <a:pt x="2219" y="12736"/>
                  </a:lnTo>
                  <a:lnTo>
                    <a:pt x="2888" y="12584"/>
                  </a:lnTo>
                  <a:cubicBezTo>
                    <a:pt x="3344" y="12980"/>
                    <a:pt x="3861" y="13314"/>
                    <a:pt x="4408" y="13587"/>
                  </a:cubicBezTo>
                  <a:lnTo>
                    <a:pt x="4499" y="14226"/>
                  </a:lnTo>
                  <a:lnTo>
                    <a:pt x="5593" y="14590"/>
                  </a:lnTo>
                  <a:lnTo>
                    <a:pt x="6080" y="14135"/>
                  </a:lnTo>
                  <a:cubicBezTo>
                    <a:pt x="6688" y="14256"/>
                    <a:pt x="7296" y="14287"/>
                    <a:pt x="7934" y="14226"/>
                  </a:cubicBezTo>
                  <a:lnTo>
                    <a:pt x="8329" y="14742"/>
                  </a:lnTo>
                  <a:lnTo>
                    <a:pt x="9454" y="14530"/>
                  </a:lnTo>
                  <a:lnTo>
                    <a:pt x="9636" y="13861"/>
                  </a:lnTo>
                  <a:cubicBezTo>
                    <a:pt x="10244" y="13648"/>
                    <a:pt x="10791" y="13375"/>
                    <a:pt x="11277" y="13040"/>
                  </a:cubicBezTo>
                  <a:lnTo>
                    <a:pt x="11885" y="13283"/>
                  </a:lnTo>
                  <a:lnTo>
                    <a:pt x="12736" y="12524"/>
                  </a:lnTo>
                  <a:lnTo>
                    <a:pt x="12584" y="11855"/>
                  </a:lnTo>
                  <a:cubicBezTo>
                    <a:pt x="12980" y="11399"/>
                    <a:pt x="13314" y="10882"/>
                    <a:pt x="13587" y="10335"/>
                  </a:cubicBezTo>
                  <a:lnTo>
                    <a:pt x="14226" y="10244"/>
                  </a:lnTo>
                  <a:lnTo>
                    <a:pt x="14590" y="9150"/>
                  </a:lnTo>
                  <a:lnTo>
                    <a:pt x="14135" y="8663"/>
                  </a:lnTo>
                  <a:cubicBezTo>
                    <a:pt x="14256" y="8055"/>
                    <a:pt x="14287" y="7448"/>
                    <a:pt x="14226" y="6809"/>
                  </a:cubicBezTo>
                  <a:close/>
                  <a:moveTo>
                    <a:pt x="7387" y="11125"/>
                  </a:moveTo>
                  <a:cubicBezTo>
                    <a:pt x="5320" y="11125"/>
                    <a:pt x="3618" y="9423"/>
                    <a:pt x="3618" y="7356"/>
                  </a:cubicBezTo>
                  <a:cubicBezTo>
                    <a:pt x="3618" y="5320"/>
                    <a:pt x="5320" y="3618"/>
                    <a:pt x="7387" y="3618"/>
                  </a:cubicBezTo>
                  <a:cubicBezTo>
                    <a:pt x="9423" y="3618"/>
                    <a:pt x="11125" y="5320"/>
                    <a:pt x="11125" y="7356"/>
                  </a:cubicBezTo>
                  <a:cubicBezTo>
                    <a:pt x="11125" y="9423"/>
                    <a:pt x="9423" y="11125"/>
                    <a:pt x="7387" y="11125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41"/>
            <p:cNvSpPr/>
            <p:nvPr/>
          </p:nvSpPr>
          <p:spPr>
            <a:xfrm>
              <a:off x="4242902" y="967702"/>
              <a:ext cx="287223" cy="287223"/>
            </a:xfrm>
            <a:custGeom>
              <a:avLst/>
              <a:gdLst/>
              <a:ahLst/>
              <a:cxnLst/>
              <a:rect l="l" t="t" r="r" b="b"/>
              <a:pathLst>
                <a:path w="4469" h="4469" fill="none" extrusionOk="0">
                  <a:moveTo>
                    <a:pt x="2250" y="4469"/>
                  </a:moveTo>
                  <a:cubicBezTo>
                    <a:pt x="1003" y="4469"/>
                    <a:pt x="0" y="3466"/>
                    <a:pt x="0" y="2219"/>
                  </a:cubicBezTo>
                  <a:cubicBezTo>
                    <a:pt x="0" y="1004"/>
                    <a:pt x="1003" y="0"/>
                    <a:pt x="2250" y="0"/>
                  </a:cubicBezTo>
                  <a:cubicBezTo>
                    <a:pt x="3466" y="0"/>
                    <a:pt x="4469" y="1004"/>
                    <a:pt x="4469" y="2219"/>
                  </a:cubicBezTo>
                  <a:cubicBezTo>
                    <a:pt x="4469" y="3466"/>
                    <a:pt x="3466" y="4469"/>
                    <a:pt x="2250" y="4469"/>
                  </a:cubicBezTo>
                  <a:close/>
                </a:path>
              </a:pathLst>
            </a:custGeom>
            <a:noFill/>
            <a:ln w="45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0" name="Google Shape;580;p41"/>
          <p:cNvSpPr/>
          <p:nvPr/>
        </p:nvSpPr>
        <p:spPr>
          <a:xfrm rot="1205794">
            <a:off x="7274479" y="3684239"/>
            <a:ext cx="1255248" cy="1255213"/>
          </a:xfrm>
          <a:custGeom>
            <a:avLst/>
            <a:gdLst/>
            <a:ahLst/>
            <a:cxnLst/>
            <a:rect l="l" t="t" r="r" b="b"/>
            <a:pathLst>
              <a:path w="36598" h="36597" fill="none" extrusionOk="0">
                <a:moveTo>
                  <a:pt x="36597" y="18298"/>
                </a:moveTo>
                <a:cubicBezTo>
                  <a:pt x="36597" y="28390"/>
                  <a:pt x="28390" y="36596"/>
                  <a:pt x="18299" y="36596"/>
                </a:cubicBezTo>
                <a:cubicBezTo>
                  <a:pt x="8208" y="36596"/>
                  <a:pt x="1" y="28390"/>
                  <a:pt x="1" y="18298"/>
                </a:cubicBezTo>
                <a:cubicBezTo>
                  <a:pt x="1" y="8207"/>
                  <a:pt x="8208" y="0"/>
                  <a:pt x="18299" y="0"/>
                </a:cubicBezTo>
                <a:cubicBezTo>
                  <a:pt x="28390" y="0"/>
                  <a:pt x="36597" y="8207"/>
                  <a:pt x="36597" y="18298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41"/>
          <p:cNvSpPr/>
          <p:nvPr/>
        </p:nvSpPr>
        <p:spPr>
          <a:xfrm rot="4432563">
            <a:off x="8298731" y="3767846"/>
            <a:ext cx="451679" cy="451718"/>
          </a:xfrm>
          <a:custGeom>
            <a:avLst/>
            <a:gdLst/>
            <a:ahLst/>
            <a:cxnLst/>
            <a:rect l="l" t="t" r="r" b="b"/>
            <a:pathLst>
              <a:path w="11612" h="11613" fill="none" extrusionOk="0">
                <a:moveTo>
                  <a:pt x="11612" y="5806"/>
                </a:moveTo>
                <a:cubicBezTo>
                  <a:pt x="11612" y="9028"/>
                  <a:pt x="9028" y="11612"/>
                  <a:pt x="5806" y="11612"/>
                </a:cubicBezTo>
                <a:cubicBezTo>
                  <a:pt x="2584" y="11612"/>
                  <a:pt x="1" y="9028"/>
                  <a:pt x="1" y="5806"/>
                </a:cubicBezTo>
                <a:cubicBezTo>
                  <a:pt x="1" y="2615"/>
                  <a:pt x="2584" y="1"/>
                  <a:pt x="5806" y="1"/>
                </a:cubicBezTo>
                <a:cubicBezTo>
                  <a:pt x="9028" y="1"/>
                  <a:pt x="11612" y="2615"/>
                  <a:pt x="11612" y="5806"/>
                </a:cubicBezTo>
                <a:close/>
              </a:path>
            </a:pathLst>
          </a:custGeom>
          <a:noFill/>
          <a:ln w="4550" cap="flat" cmpd="sng">
            <a:solidFill>
              <a:schemeClr val="accent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41"/>
          <p:cNvSpPr/>
          <p:nvPr/>
        </p:nvSpPr>
        <p:spPr>
          <a:xfrm rot="10800000" flipH="1">
            <a:off x="-344463" y="4461962"/>
            <a:ext cx="1125652" cy="1127635"/>
          </a:xfrm>
          <a:custGeom>
            <a:avLst/>
            <a:gdLst/>
            <a:ahLst/>
            <a:cxnLst/>
            <a:rect l="l" t="t" r="r" b="b"/>
            <a:pathLst>
              <a:path w="17600" h="17631" fill="none" extrusionOk="0">
                <a:moveTo>
                  <a:pt x="16991" y="8147"/>
                </a:moveTo>
                <a:lnTo>
                  <a:pt x="17599" y="7691"/>
                </a:lnTo>
                <a:lnTo>
                  <a:pt x="17326" y="6353"/>
                </a:lnTo>
                <a:lnTo>
                  <a:pt x="16566" y="6110"/>
                </a:lnTo>
                <a:cubicBezTo>
                  <a:pt x="16323" y="5411"/>
                  <a:pt x="15988" y="4742"/>
                  <a:pt x="15563" y="4165"/>
                </a:cubicBezTo>
                <a:lnTo>
                  <a:pt x="15867" y="3435"/>
                </a:lnTo>
                <a:lnTo>
                  <a:pt x="14955" y="2402"/>
                </a:lnTo>
                <a:lnTo>
                  <a:pt x="14164" y="2584"/>
                </a:lnTo>
                <a:cubicBezTo>
                  <a:pt x="13617" y="2128"/>
                  <a:pt x="12979" y="1703"/>
                  <a:pt x="12341" y="1399"/>
                </a:cubicBezTo>
                <a:lnTo>
                  <a:pt x="12219" y="639"/>
                </a:lnTo>
                <a:lnTo>
                  <a:pt x="10942" y="213"/>
                </a:lnTo>
                <a:lnTo>
                  <a:pt x="10335" y="761"/>
                </a:lnTo>
                <a:cubicBezTo>
                  <a:pt x="9635" y="609"/>
                  <a:pt x="8906" y="578"/>
                  <a:pt x="8146" y="639"/>
                </a:cubicBezTo>
                <a:lnTo>
                  <a:pt x="7660" y="1"/>
                </a:lnTo>
                <a:lnTo>
                  <a:pt x="6322" y="305"/>
                </a:lnTo>
                <a:lnTo>
                  <a:pt x="6110" y="1065"/>
                </a:lnTo>
                <a:cubicBezTo>
                  <a:pt x="5380" y="1308"/>
                  <a:pt x="4742" y="1642"/>
                  <a:pt x="4134" y="2068"/>
                </a:cubicBezTo>
                <a:lnTo>
                  <a:pt x="3435" y="1764"/>
                </a:lnTo>
                <a:lnTo>
                  <a:pt x="2401" y="2675"/>
                </a:lnTo>
                <a:lnTo>
                  <a:pt x="2584" y="3466"/>
                </a:lnTo>
                <a:cubicBezTo>
                  <a:pt x="2097" y="4013"/>
                  <a:pt x="1702" y="4621"/>
                  <a:pt x="1398" y="5289"/>
                </a:cubicBezTo>
                <a:lnTo>
                  <a:pt x="608" y="5411"/>
                </a:lnTo>
                <a:lnTo>
                  <a:pt x="182" y="6688"/>
                </a:lnTo>
                <a:lnTo>
                  <a:pt x="730" y="7296"/>
                </a:lnTo>
                <a:cubicBezTo>
                  <a:pt x="608" y="7995"/>
                  <a:pt x="547" y="8724"/>
                  <a:pt x="608" y="9484"/>
                </a:cubicBezTo>
                <a:lnTo>
                  <a:pt x="0" y="9940"/>
                </a:lnTo>
                <a:lnTo>
                  <a:pt x="274" y="11277"/>
                </a:lnTo>
                <a:lnTo>
                  <a:pt x="1064" y="11521"/>
                </a:lnTo>
                <a:cubicBezTo>
                  <a:pt x="1307" y="12250"/>
                  <a:pt x="1641" y="12888"/>
                  <a:pt x="2037" y="13496"/>
                </a:cubicBezTo>
                <a:lnTo>
                  <a:pt x="1763" y="14195"/>
                </a:lnTo>
                <a:lnTo>
                  <a:pt x="2675" y="15229"/>
                </a:lnTo>
                <a:lnTo>
                  <a:pt x="3465" y="15046"/>
                </a:lnTo>
                <a:cubicBezTo>
                  <a:pt x="4012" y="15533"/>
                  <a:pt x="4620" y="15928"/>
                  <a:pt x="5289" y="16232"/>
                </a:cubicBezTo>
                <a:lnTo>
                  <a:pt x="5380" y="17022"/>
                </a:lnTo>
                <a:lnTo>
                  <a:pt x="6687" y="17448"/>
                </a:lnTo>
                <a:lnTo>
                  <a:pt x="7265" y="16901"/>
                </a:lnTo>
                <a:cubicBezTo>
                  <a:pt x="7994" y="17022"/>
                  <a:pt x="8724" y="17053"/>
                  <a:pt x="9453" y="16992"/>
                </a:cubicBezTo>
                <a:lnTo>
                  <a:pt x="9939" y="17630"/>
                </a:lnTo>
                <a:lnTo>
                  <a:pt x="11277" y="17326"/>
                </a:lnTo>
                <a:lnTo>
                  <a:pt x="11520" y="16566"/>
                </a:lnTo>
                <a:cubicBezTo>
                  <a:pt x="12219" y="16323"/>
                  <a:pt x="12888" y="15989"/>
                  <a:pt x="13465" y="15563"/>
                </a:cubicBezTo>
                <a:lnTo>
                  <a:pt x="14195" y="15867"/>
                </a:lnTo>
                <a:lnTo>
                  <a:pt x="15198" y="14955"/>
                </a:lnTo>
                <a:lnTo>
                  <a:pt x="15016" y="14165"/>
                </a:lnTo>
                <a:cubicBezTo>
                  <a:pt x="15502" y="13618"/>
                  <a:pt x="15897" y="13010"/>
                  <a:pt x="16231" y="12341"/>
                </a:cubicBezTo>
                <a:lnTo>
                  <a:pt x="16991" y="12250"/>
                </a:lnTo>
                <a:lnTo>
                  <a:pt x="17417" y="10943"/>
                </a:lnTo>
                <a:lnTo>
                  <a:pt x="16870" y="10335"/>
                </a:lnTo>
                <a:cubicBezTo>
                  <a:pt x="17022" y="9636"/>
                  <a:pt x="17052" y="8907"/>
                  <a:pt x="16991" y="8147"/>
                </a:cubicBezTo>
                <a:close/>
                <a:moveTo>
                  <a:pt x="8815" y="13284"/>
                </a:moveTo>
                <a:cubicBezTo>
                  <a:pt x="6353" y="13284"/>
                  <a:pt x="4347" y="11277"/>
                  <a:pt x="4347" y="8815"/>
                </a:cubicBezTo>
                <a:cubicBezTo>
                  <a:pt x="4347" y="6353"/>
                  <a:pt x="6353" y="4347"/>
                  <a:pt x="8815" y="4347"/>
                </a:cubicBezTo>
                <a:cubicBezTo>
                  <a:pt x="11277" y="4347"/>
                  <a:pt x="13283" y="6353"/>
                  <a:pt x="13283" y="8815"/>
                </a:cubicBezTo>
                <a:cubicBezTo>
                  <a:pt x="13283" y="11277"/>
                  <a:pt x="11277" y="13284"/>
                  <a:pt x="8815" y="13284"/>
                </a:cubicBezTo>
                <a:close/>
              </a:path>
            </a:pathLst>
          </a:custGeom>
          <a:noFill/>
          <a:ln w="4550" cap="flat" cmpd="sng">
            <a:solidFill>
              <a:schemeClr val="accent4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33"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2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Black"/>
              <a:buNone/>
              <a:defRPr sz="2800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Black"/>
              <a:buNone/>
              <a:defRPr sz="2800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Black"/>
              <a:buNone/>
              <a:defRPr sz="2800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Black"/>
              <a:buNone/>
              <a:defRPr sz="2800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Black"/>
              <a:buNone/>
              <a:defRPr sz="2800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Black"/>
              <a:buNone/>
              <a:defRPr sz="2800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Black"/>
              <a:buNone/>
              <a:defRPr sz="2800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ontserrat Black"/>
              <a:buNone/>
              <a:defRPr sz="2800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3075"/>
            <a:ext cx="7717500" cy="3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icksand"/>
              <a:buChar char="●"/>
              <a:defRPr sz="18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■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■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■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12725157609@ulife.com.b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mailto:12722211382@ulife.com.br" TargetMode="External"/><Relationship Id="rId5" Type="http://schemas.openxmlformats.org/officeDocument/2006/relationships/hyperlink" Target="mailto:12723131650@ulife.com.br" TargetMode="External"/><Relationship Id="rId4" Type="http://schemas.openxmlformats.org/officeDocument/2006/relationships/hyperlink" Target="mailto:12723110074@ulife.com.br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3"/>
          <p:cNvSpPr/>
          <p:nvPr/>
        </p:nvSpPr>
        <p:spPr>
          <a:xfrm>
            <a:off x="713100" y="3847000"/>
            <a:ext cx="7717800" cy="578700"/>
          </a:xfrm>
          <a:prstGeom prst="roundRect">
            <a:avLst>
              <a:gd name="adj" fmla="val 22991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0801400" scaled="0"/>
          </a:gra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43"/>
          <p:cNvSpPr txBox="1">
            <a:spLocks noGrp="1"/>
          </p:cNvSpPr>
          <p:nvPr>
            <p:ph type="body" idx="1"/>
          </p:nvPr>
        </p:nvSpPr>
        <p:spPr>
          <a:xfrm>
            <a:off x="713100" y="3931300"/>
            <a:ext cx="7717800" cy="41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pt-BR" dirty="0"/>
              <a:t>Plataforma Web Inclusiva para Venda de Jogos Digitais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5"/>
          <p:cNvSpPr txBox="1">
            <a:spLocks noGrp="1"/>
          </p:cNvSpPr>
          <p:nvPr>
            <p:ph type="title" idx="15"/>
          </p:nvPr>
        </p:nvSpPr>
        <p:spPr>
          <a:xfrm>
            <a:off x="713225" y="657995"/>
            <a:ext cx="7717500" cy="36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NexGames Shop</a:t>
            </a:r>
            <a:endParaRPr dirty="0"/>
          </a:p>
        </p:txBody>
      </p:sp>
      <p:grpSp>
        <p:nvGrpSpPr>
          <p:cNvPr id="606" name="Google Shape;606;p45"/>
          <p:cNvGrpSpPr/>
          <p:nvPr/>
        </p:nvGrpSpPr>
        <p:grpSpPr>
          <a:xfrm rot="1285550">
            <a:off x="7808042" y="678921"/>
            <a:ext cx="822913" cy="818353"/>
            <a:chOff x="5088175" y="2529243"/>
            <a:chExt cx="822905" cy="818345"/>
          </a:xfrm>
        </p:grpSpPr>
        <p:sp>
          <p:nvSpPr>
            <p:cNvPr id="607" name="Google Shape;607;p45"/>
            <p:cNvSpPr/>
            <p:nvPr/>
          </p:nvSpPr>
          <p:spPr>
            <a:xfrm>
              <a:off x="5092588" y="2529243"/>
              <a:ext cx="818492" cy="818345"/>
            </a:xfrm>
            <a:custGeom>
              <a:avLst/>
              <a:gdLst/>
              <a:ahLst/>
              <a:cxnLst/>
              <a:rect l="l" t="t" r="r" b="b"/>
              <a:pathLst>
                <a:path w="5564" h="5563" fill="none" extrusionOk="0">
                  <a:moveTo>
                    <a:pt x="5563" y="2766"/>
                  </a:moveTo>
                  <a:cubicBezTo>
                    <a:pt x="5563" y="4317"/>
                    <a:pt x="4317" y="5563"/>
                    <a:pt x="2767" y="5563"/>
                  </a:cubicBezTo>
                  <a:cubicBezTo>
                    <a:pt x="1217" y="5563"/>
                    <a:pt x="1" y="4317"/>
                    <a:pt x="1" y="2766"/>
                  </a:cubicBezTo>
                  <a:cubicBezTo>
                    <a:pt x="1" y="1247"/>
                    <a:pt x="1217" y="0"/>
                    <a:pt x="2767" y="0"/>
                  </a:cubicBezTo>
                  <a:cubicBezTo>
                    <a:pt x="4317" y="0"/>
                    <a:pt x="5563" y="1247"/>
                    <a:pt x="556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5"/>
            <p:cNvSpPr/>
            <p:nvPr/>
          </p:nvSpPr>
          <p:spPr>
            <a:xfrm>
              <a:off x="5499478" y="2529243"/>
              <a:ext cx="147" cy="818345"/>
            </a:xfrm>
            <a:custGeom>
              <a:avLst/>
              <a:gdLst/>
              <a:ahLst/>
              <a:cxnLst/>
              <a:rect l="l" t="t" r="r" b="b"/>
              <a:pathLst>
                <a:path w="1" h="5563" fill="none" extrusionOk="0">
                  <a:moveTo>
                    <a:pt x="1" y="0"/>
                  </a:moveTo>
                  <a:lnTo>
                    <a:pt x="1" y="556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5"/>
            <p:cNvSpPr/>
            <p:nvPr/>
          </p:nvSpPr>
          <p:spPr>
            <a:xfrm>
              <a:off x="5307213" y="2533656"/>
              <a:ext cx="134307" cy="809519"/>
            </a:xfrm>
            <a:custGeom>
              <a:avLst/>
              <a:gdLst/>
              <a:ahLst/>
              <a:cxnLst/>
              <a:rect l="l" t="t" r="r" b="b"/>
              <a:pathLst>
                <a:path w="913" h="5503" fill="none" extrusionOk="0">
                  <a:moveTo>
                    <a:pt x="913" y="5502"/>
                  </a:moveTo>
                  <a:cubicBezTo>
                    <a:pt x="913" y="5502"/>
                    <a:pt x="1" y="4712"/>
                    <a:pt x="1" y="2736"/>
                  </a:cubicBezTo>
                  <a:cubicBezTo>
                    <a:pt x="1" y="791"/>
                    <a:pt x="913" y="1"/>
                    <a:pt x="913" y="1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5"/>
            <p:cNvSpPr/>
            <p:nvPr/>
          </p:nvSpPr>
          <p:spPr>
            <a:xfrm>
              <a:off x="5562144" y="2533656"/>
              <a:ext cx="134307" cy="809519"/>
            </a:xfrm>
            <a:custGeom>
              <a:avLst/>
              <a:gdLst/>
              <a:ahLst/>
              <a:cxnLst/>
              <a:rect l="l" t="t" r="r" b="b"/>
              <a:pathLst>
                <a:path w="913" h="5503" fill="none" extrusionOk="0">
                  <a:moveTo>
                    <a:pt x="0" y="5502"/>
                  </a:moveTo>
                  <a:cubicBezTo>
                    <a:pt x="0" y="5502"/>
                    <a:pt x="912" y="4712"/>
                    <a:pt x="912" y="2736"/>
                  </a:cubicBezTo>
                  <a:cubicBezTo>
                    <a:pt x="912" y="791"/>
                    <a:pt x="0" y="1"/>
                    <a:pt x="0" y="1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5"/>
            <p:cNvSpPr/>
            <p:nvPr/>
          </p:nvSpPr>
          <p:spPr>
            <a:xfrm>
              <a:off x="5088175" y="2936132"/>
              <a:ext cx="822905" cy="147"/>
            </a:xfrm>
            <a:custGeom>
              <a:avLst/>
              <a:gdLst/>
              <a:ahLst/>
              <a:cxnLst/>
              <a:rect l="l" t="t" r="r" b="b"/>
              <a:pathLst>
                <a:path w="5594" h="1" fill="none" extrusionOk="0">
                  <a:moveTo>
                    <a:pt x="0" y="0"/>
                  </a:moveTo>
                  <a:lnTo>
                    <a:pt x="5593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5"/>
            <p:cNvSpPr/>
            <p:nvPr/>
          </p:nvSpPr>
          <p:spPr>
            <a:xfrm>
              <a:off x="5191001" y="3128397"/>
              <a:ext cx="626079" cy="67227"/>
            </a:xfrm>
            <a:custGeom>
              <a:avLst/>
              <a:gdLst/>
              <a:ahLst/>
              <a:cxnLst/>
              <a:rect l="l" t="t" r="r" b="b"/>
              <a:pathLst>
                <a:path w="4256" h="457" fill="none" extrusionOk="0">
                  <a:moveTo>
                    <a:pt x="4256" y="456"/>
                  </a:moveTo>
                  <a:cubicBezTo>
                    <a:pt x="3830" y="244"/>
                    <a:pt x="3101" y="0"/>
                    <a:pt x="2098" y="0"/>
                  </a:cubicBezTo>
                  <a:cubicBezTo>
                    <a:pt x="1125" y="0"/>
                    <a:pt x="426" y="213"/>
                    <a:pt x="1" y="456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5"/>
            <p:cNvSpPr/>
            <p:nvPr/>
          </p:nvSpPr>
          <p:spPr>
            <a:xfrm>
              <a:off x="5191001" y="2694735"/>
              <a:ext cx="626079" cy="71640"/>
            </a:xfrm>
            <a:custGeom>
              <a:avLst/>
              <a:gdLst/>
              <a:ahLst/>
              <a:cxnLst/>
              <a:rect l="l" t="t" r="r" b="b"/>
              <a:pathLst>
                <a:path w="4256" h="487" fill="none" extrusionOk="0">
                  <a:moveTo>
                    <a:pt x="1" y="0"/>
                  </a:moveTo>
                  <a:cubicBezTo>
                    <a:pt x="426" y="243"/>
                    <a:pt x="1125" y="486"/>
                    <a:pt x="2159" y="486"/>
                  </a:cubicBezTo>
                  <a:cubicBezTo>
                    <a:pt x="3131" y="486"/>
                    <a:pt x="3830" y="243"/>
                    <a:pt x="4256" y="30"/>
                  </a:cubicBez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aixaDeTexto 2"/>
          <p:cNvSpPr txBox="1"/>
          <p:nvPr/>
        </p:nvSpPr>
        <p:spPr>
          <a:xfrm>
            <a:off x="563974" y="1733600"/>
            <a:ext cx="65073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AB2844"/>
                </a:solidFill>
                <a:latin typeface="Montserrat" panose="020B0604020202020204" charset="0"/>
              </a:rPr>
              <a:t>Eduardo Oliveira Silva – 12725157609 - </a:t>
            </a:r>
            <a:r>
              <a:rPr lang="pt-BR" sz="1200" b="1" dirty="0" smtClean="0">
                <a:solidFill>
                  <a:srgbClr val="AB2844"/>
                </a:solidFill>
                <a:latin typeface="Montserrat" panose="020B0604020202020204" charset="0"/>
                <a:hlinkClick r:id="rId3"/>
              </a:rPr>
              <a:t>12725157609@ulife.com.br</a:t>
            </a:r>
            <a:endParaRPr lang="pt-BR" sz="1200" b="1" dirty="0" smtClean="0">
              <a:solidFill>
                <a:srgbClr val="AB2844"/>
              </a:solidFill>
              <a:latin typeface="Montserrat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200" b="1" dirty="0">
              <a:solidFill>
                <a:srgbClr val="AB2844"/>
              </a:solidFill>
              <a:latin typeface="Montserrat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rgbClr val="AB2844"/>
                </a:solidFill>
                <a:latin typeface="Montserrat" panose="020B0604020202020204" charset="0"/>
              </a:rPr>
              <a:t>Eduardo </a:t>
            </a:r>
            <a:r>
              <a:rPr lang="pt-BR" sz="1200" b="1" dirty="0">
                <a:solidFill>
                  <a:srgbClr val="AB2844"/>
                </a:solidFill>
                <a:latin typeface="Montserrat" panose="020B0604020202020204" charset="0"/>
              </a:rPr>
              <a:t>Souza de </a:t>
            </a:r>
            <a:r>
              <a:rPr lang="pt-BR" sz="1200" b="1" dirty="0" err="1">
                <a:solidFill>
                  <a:srgbClr val="AB2844"/>
                </a:solidFill>
                <a:latin typeface="Montserrat" panose="020B0604020202020204" charset="0"/>
              </a:rPr>
              <a:t>Figueredo</a:t>
            </a:r>
            <a:r>
              <a:rPr lang="pt-BR" sz="1200" b="1" dirty="0">
                <a:solidFill>
                  <a:srgbClr val="AB2844"/>
                </a:solidFill>
                <a:latin typeface="Montserrat" panose="020B0604020202020204" charset="0"/>
              </a:rPr>
              <a:t> </a:t>
            </a:r>
            <a:r>
              <a:rPr lang="pt-BR" sz="1200" b="1" dirty="0" smtClean="0">
                <a:solidFill>
                  <a:srgbClr val="AB2844"/>
                </a:solidFill>
                <a:latin typeface="Montserrat" panose="020B0604020202020204" charset="0"/>
              </a:rPr>
              <a:t>– 12723110074 – </a:t>
            </a:r>
            <a:r>
              <a:rPr lang="pt-BR" sz="1200" b="1" dirty="0" smtClean="0">
                <a:solidFill>
                  <a:srgbClr val="AB2844"/>
                </a:solidFill>
                <a:latin typeface="Montserrat" panose="020B0604020202020204" charset="0"/>
                <a:hlinkClick r:id="rId4"/>
              </a:rPr>
              <a:t>12723110074@ulife.com.br</a:t>
            </a:r>
            <a:endParaRPr lang="pt-BR" sz="1200" b="1" dirty="0" smtClean="0">
              <a:solidFill>
                <a:srgbClr val="AB2844"/>
              </a:solidFill>
              <a:latin typeface="Montserrat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200" b="1" dirty="0">
              <a:solidFill>
                <a:srgbClr val="AB2844"/>
              </a:solidFill>
              <a:latin typeface="Montserrat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AB2844"/>
                </a:solidFill>
                <a:latin typeface="Montserrat" panose="020B0604020202020204" charset="0"/>
              </a:rPr>
              <a:t>Everton da Silva Martins Júnior – 12723131650 - </a:t>
            </a:r>
            <a:r>
              <a:rPr lang="pt-BR" sz="1200" b="1" dirty="0" smtClean="0">
                <a:solidFill>
                  <a:srgbClr val="AB2844"/>
                </a:solidFill>
                <a:latin typeface="Montserrat" panose="020B0604020202020204" charset="0"/>
                <a:hlinkClick r:id="rId5"/>
              </a:rPr>
              <a:t>12723131650@ulife.com.br</a:t>
            </a:r>
            <a:endParaRPr lang="pt-BR" sz="1200" b="1" dirty="0" smtClean="0">
              <a:solidFill>
                <a:srgbClr val="AB2844"/>
              </a:solidFill>
              <a:latin typeface="Montserrat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200" b="1" dirty="0">
              <a:solidFill>
                <a:srgbClr val="AB2844"/>
              </a:solidFill>
              <a:latin typeface="Montserrat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AB2844"/>
                </a:solidFill>
                <a:latin typeface="Montserrat" panose="020B0604020202020204" charset="0"/>
              </a:rPr>
              <a:t>Guilherme Nascimento Miranda – 12722211382 - </a:t>
            </a:r>
            <a:r>
              <a:rPr lang="pt-BR" sz="1200" b="1" dirty="0" smtClean="0">
                <a:solidFill>
                  <a:srgbClr val="AB2844"/>
                </a:solidFill>
                <a:latin typeface="Montserrat" panose="020B0604020202020204" charset="0"/>
                <a:hlinkClick r:id="rId6"/>
              </a:rPr>
              <a:t>12722211382@ulife.com.br</a:t>
            </a:r>
            <a:endParaRPr lang="pt-BR" sz="1200" b="1" dirty="0" smtClean="0">
              <a:solidFill>
                <a:srgbClr val="AB2844"/>
              </a:solidFill>
              <a:latin typeface="Montserrat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200" b="1" dirty="0">
              <a:solidFill>
                <a:srgbClr val="AB2844"/>
              </a:solidFill>
              <a:latin typeface="Montserrat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rgbClr val="AB2844"/>
                </a:solidFill>
                <a:latin typeface="Montserrat" panose="020B0604020202020204" charset="0"/>
              </a:rPr>
              <a:t>Ivan </a:t>
            </a:r>
            <a:r>
              <a:rPr lang="pt-BR" sz="1200" b="1" dirty="0" err="1" smtClean="0">
                <a:solidFill>
                  <a:srgbClr val="AB2844"/>
                </a:solidFill>
                <a:latin typeface="Montserrat" panose="020B0604020202020204" charset="0"/>
              </a:rPr>
              <a:t>Lukas</a:t>
            </a:r>
            <a:r>
              <a:rPr lang="pt-BR" sz="1200" b="1" dirty="0" smtClean="0">
                <a:solidFill>
                  <a:srgbClr val="AB2844"/>
                </a:solidFill>
                <a:latin typeface="Montserrat" panose="020B0604020202020204" charset="0"/>
              </a:rPr>
              <a:t> Cardoso – 1272312721 – </a:t>
            </a:r>
            <a:r>
              <a:rPr lang="pt-BR" sz="1200" b="1" u="sng" dirty="0" smtClean="0">
                <a:solidFill>
                  <a:schemeClr val="tx2">
                    <a:lumMod val="25000"/>
                  </a:schemeClr>
                </a:solidFill>
                <a:latin typeface="Montserrat" panose="020B0604020202020204" charset="0"/>
              </a:rPr>
              <a:t>1272312721@ulife.com.br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200" b="1" dirty="0">
              <a:solidFill>
                <a:srgbClr val="AB2844"/>
              </a:solidFill>
              <a:latin typeface="Montserrat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rgbClr val="AB2844"/>
                </a:solidFill>
                <a:latin typeface="Montserrat" panose="020B0604020202020204" charset="0"/>
              </a:rPr>
              <a:t>Matheus Sousa Cirino – 12723132274 - </a:t>
            </a:r>
            <a:r>
              <a:rPr lang="pt-BR" sz="1200" b="1" dirty="0" smtClean="0">
                <a:solidFill>
                  <a:srgbClr val="AB2844"/>
                </a:solidFill>
                <a:latin typeface="Montserrat" panose="020B0604020202020204" charset="0"/>
              </a:rPr>
              <a:t>12723132274</a:t>
            </a:r>
            <a:r>
              <a:rPr lang="pt-BR" sz="1200" b="1" dirty="0" smtClean="0">
                <a:solidFill>
                  <a:srgbClr val="AB2844"/>
                </a:solidFill>
                <a:latin typeface="Montserrat" panose="020B0604020202020204" charset="0"/>
                <a:hlinkClick r:id="rId4"/>
              </a:rPr>
              <a:t>@ulife.com.br</a:t>
            </a:r>
            <a:endParaRPr lang="pt-BR" sz="1200" b="1" dirty="0" smtClean="0">
              <a:solidFill>
                <a:srgbClr val="AB2844"/>
              </a:solidFill>
              <a:latin typeface="Montserrat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200" b="1" dirty="0" smtClean="0">
              <a:solidFill>
                <a:srgbClr val="AB2844"/>
              </a:solidFill>
              <a:latin typeface="Montserrat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rgbClr val="AB2844"/>
                </a:solidFill>
                <a:latin typeface="Montserrat" panose="020B0604020202020204" charset="0"/>
              </a:rPr>
              <a:t>Rodrigo </a:t>
            </a:r>
            <a:r>
              <a:rPr lang="pt-BR" sz="1200" b="1" dirty="0">
                <a:solidFill>
                  <a:srgbClr val="AB2844"/>
                </a:solidFill>
                <a:latin typeface="Montserrat" panose="020B0604020202020204" charset="0"/>
              </a:rPr>
              <a:t>Jesus dos Santos – </a:t>
            </a:r>
            <a:r>
              <a:rPr lang="pt-BR" sz="1200" b="1" dirty="0" smtClean="0">
                <a:solidFill>
                  <a:srgbClr val="AB2844"/>
                </a:solidFill>
                <a:latin typeface="Montserrat" panose="020B0604020202020204" charset="0"/>
              </a:rPr>
              <a:t>12723132282 - 12723132282</a:t>
            </a:r>
            <a:r>
              <a:rPr lang="pt-BR" sz="1200" b="1" dirty="0" smtClean="0">
                <a:solidFill>
                  <a:srgbClr val="AB2844"/>
                </a:solidFill>
                <a:latin typeface="Montserrat" panose="020B0604020202020204" charset="0"/>
                <a:hlinkClick r:id="rId4"/>
              </a:rPr>
              <a:t>@ulife.com.br</a:t>
            </a:r>
            <a:endParaRPr lang="pt-BR" sz="1200" b="1" dirty="0">
              <a:solidFill>
                <a:srgbClr val="AB2844"/>
              </a:solidFill>
              <a:latin typeface="Montserrat" panose="020B0604020202020204" charset="0"/>
            </a:endParaRPr>
          </a:p>
          <a:p>
            <a:pPr algn="just"/>
            <a:endParaRPr lang="pt-BR" sz="1200" b="1" dirty="0" smtClean="0">
              <a:solidFill>
                <a:srgbClr val="AB2844"/>
              </a:solidFill>
              <a:latin typeface="Montserrat" panose="020B0604020202020204" charset="0"/>
            </a:endParaRPr>
          </a:p>
          <a:p>
            <a:pPr algn="just"/>
            <a:endParaRPr lang="pt-BR" sz="1200" b="1" dirty="0" smtClean="0">
              <a:solidFill>
                <a:srgbClr val="AB2844"/>
              </a:solidFill>
              <a:latin typeface="Montserrat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200" b="1" dirty="0">
              <a:solidFill>
                <a:srgbClr val="AB2844"/>
              </a:solidFill>
              <a:latin typeface="Montserrat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oogle Shape;619;p46"/>
          <p:cNvGrpSpPr/>
          <p:nvPr/>
        </p:nvGrpSpPr>
        <p:grpSpPr>
          <a:xfrm>
            <a:off x="1411110" y="1626313"/>
            <a:ext cx="1694445" cy="2354442"/>
            <a:chOff x="-412450" y="1374450"/>
            <a:chExt cx="1948534" cy="2707500"/>
          </a:xfrm>
        </p:grpSpPr>
        <p:sp>
          <p:nvSpPr>
            <p:cNvPr id="620" name="Google Shape;620;p46"/>
            <p:cNvSpPr/>
            <p:nvPr/>
          </p:nvSpPr>
          <p:spPr>
            <a:xfrm>
              <a:off x="-412450" y="1374450"/>
              <a:ext cx="1945200" cy="2707500"/>
            </a:xfrm>
            <a:prstGeom prst="roundRect">
              <a:avLst>
                <a:gd name="adj" fmla="val 4850"/>
              </a:avLst>
            </a:pr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6"/>
            <p:cNvSpPr/>
            <p:nvPr/>
          </p:nvSpPr>
          <p:spPr>
            <a:xfrm>
              <a:off x="-328450" y="1981375"/>
              <a:ext cx="1777200" cy="5124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6"/>
            <p:cNvSpPr/>
            <p:nvPr/>
          </p:nvSpPr>
          <p:spPr>
            <a:xfrm>
              <a:off x="-328450" y="2574425"/>
              <a:ext cx="1777200" cy="4116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6"/>
            <p:cNvSpPr/>
            <p:nvPr/>
          </p:nvSpPr>
          <p:spPr>
            <a:xfrm>
              <a:off x="-328450" y="3066675"/>
              <a:ext cx="1777200" cy="3345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6"/>
            <p:cNvSpPr/>
            <p:nvPr/>
          </p:nvSpPr>
          <p:spPr>
            <a:xfrm>
              <a:off x="597020" y="3498700"/>
              <a:ext cx="852000" cy="4968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6"/>
            <p:cNvSpPr/>
            <p:nvPr/>
          </p:nvSpPr>
          <p:spPr>
            <a:xfrm>
              <a:off x="-411561" y="1640941"/>
              <a:ext cx="1947646" cy="63"/>
            </a:xfrm>
            <a:custGeom>
              <a:avLst/>
              <a:gdLst/>
              <a:ahLst/>
              <a:cxnLst/>
              <a:rect l="l" t="t" r="r" b="b"/>
              <a:pathLst>
                <a:path w="74288" h="1" fill="none" extrusionOk="0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6"/>
            <p:cNvSpPr/>
            <p:nvPr/>
          </p:nvSpPr>
          <p:spPr>
            <a:xfrm>
              <a:off x="-411561" y="1904554"/>
              <a:ext cx="1947646" cy="63"/>
            </a:xfrm>
            <a:custGeom>
              <a:avLst/>
              <a:gdLst/>
              <a:ahLst/>
              <a:cxnLst/>
              <a:rect l="l" t="t" r="r" b="b"/>
              <a:pathLst>
                <a:path w="74288" h="1" fill="none" extrusionOk="0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6"/>
            <p:cNvSpPr/>
            <p:nvPr/>
          </p:nvSpPr>
          <p:spPr>
            <a:xfrm>
              <a:off x="-289338" y="1486228"/>
              <a:ext cx="49706" cy="47821"/>
            </a:xfrm>
            <a:custGeom>
              <a:avLst/>
              <a:gdLst/>
              <a:ahLst/>
              <a:cxnLst/>
              <a:rect l="l" t="t" r="r" b="b"/>
              <a:pathLst>
                <a:path w="791" h="761" fill="none" extrusionOk="0">
                  <a:moveTo>
                    <a:pt x="791" y="396"/>
                  </a:moveTo>
                  <a:cubicBezTo>
                    <a:pt x="791" y="153"/>
                    <a:pt x="608" y="1"/>
                    <a:pt x="396" y="1"/>
                  </a:cubicBezTo>
                  <a:cubicBezTo>
                    <a:pt x="183" y="1"/>
                    <a:pt x="1" y="153"/>
                    <a:pt x="1" y="396"/>
                  </a:cubicBezTo>
                  <a:cubicBezTo>
                    <a:pt x="1" y="609"/>
                    <a:pt x="183" y="761"/>
                    <a:pt x="396" y="761"/>
                  </a:cubicBezTo>
                  <a:cubicBezTo>
                    <a:pt x="608" y="761"/>
                    <a:pt x="791" y="609"/>
                    <a:pt x="791" y="39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6"/>
            <p:cNvSpPr/>
            <p:nvPr/>
          </p:nvSpPr>
          <p:spPr>
            <a:xfrm>
              <a:off x="-182384" y="1486228"/>
              <a:ext cx="49706" cy="47821"/>
            </a:xfrm>
            <a:custGeom>
              <a:avLst/>
              <a:gdLst/>
              <a:ahLst/>
              <a:cxnLst/>
              <a:rect l="l" t="t" r="r" b="b"/>
              <a:pathLst>
                <a:path w="791" h="761" fill="none" extrusionOk="0">
                  <a:moveTo>
                    <a:pt x="791" y="396"/>
                  </a:moveTo>
                  <a:cubicBezTo>
                    <a:pt x="791" y="609"/>
                    <a:pt x="609" y="761"/>
                    <a:pt x="396" y="761"/>
                  </a:cubicBezTo>
                  <a:cubicBezTo>
                    <a:pt x="183" y="761"/>
                    <a:pt x="1" y="609"/>
                    <a:pt x="1" y="396"/>
                  </a:cubicBezTo>
                  <a:cubicBezTo>
                    <a:pt x="1" y="153"/>
                    <a:pt x="183" y="1"/>
                    <a:pt x="396" y="1"/>
                  </a:cubicBezTo>
                  <a:cubicBezTo>
                    <a:pt x="609" y="1"/>
                    <a:pt x="791" y="153"/>
                    <a:pt x="791" y="39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6"/>
            <p:cNvSpPr/>
            <p:nvPr/>
          </p:nvSpPr>
          <p:spPr>
            <a:xfrm>
              <a:off x="-73482" y="1486228"/>
              <a:ext cx="47821" cy="47821"/>
            </a:xfrm>
            <a:custGeom>
              <a:avLst/>
              <a:gdLst/>
              <a:ahLst/>
              <a:cxnLst/>
              <a:rect l="l" t="t" r="r" b="b"/>
              <a:pathLst>
                <a:path w="761" h="761" fill="none" extrusionOk="0">
                  <a:moveTo>
                    <a:pt x="760" y="396"/>
                  </a:moveTo>
                  <a:cubicBezTo>
                    <a:pt x="760" y="609"/>
                    <a:pt x="608" y="761"/>
                    <a:pt x="395" y="761"/>
                  </a:cubicBezTo>
                  <a:cubicBezTo>
                    <a:pt x="183" y="761"/>
                    <a:pt x="0" y="609"/>
                    <a:pt x="0" y="396"/>
                  </a:cubicBezTo>
                  <a:cubicBezTo>
                    <a:pt x="0" y="153"/>
                    <a:pt x="183" y="1"/>
                    <a:pt x="395" y="1"/>
                  </a:cubicBezTo>
                  <a:cubicBezTo>
                    <a:pt x="608" y="1"/>
                    <a:pt x="760" y="153"/>
                    <a:pt x="760" y="39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6"/>
            <p:cNvSpPr/>
            <p:nvPr/>
          </p:nvSpPr>
          <p:spPr>
            <a:xfrm>
              <a:off x="-283619" y="1772779"/>
              <a:ext cx="340090" cy="63"/>
            </a:xfrm>
            <a:custGeom>
              <a:avLst/>
              <a:gdLst/>
              <a:ahLst/>
              <a:cxnLst/>
              <a:rect l="l" t="t" r="r" b="b"/>
              <a:pathLst>
                <a:path w="5412" h="1" fill="none" extrusionOk="0">
                  <a:moveTo>
                    <a:pt x="1" y="0"/>
                  </a:moveTo>
                  <a:lnTo>
                    <a:pt x="541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6"/>
            <p:cNvSpPr/>
            <p:nvPr/>
          </p:nvSpPr>
          <p:spPr>
            <a:xfrm>
              <a:off x="230223" y="1772779"/>
              <a:ext cx="338142" cy="63"/>
            </a:xfrm>
            <a:custGeom>
              <a:avLst/>
              <a:gdLst/>
              <a:ahLst/>
              <a:cxnLst/>
              <a:rect l="l" t="t" r="r" b="b"/>
              <a:pathLst>
                <a:path w="5381" h="1" fill="none" extrusionOk="0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6"/>
            <p:cNvSpPr/>
            <p:nvPr/>
          </p:nvSpPr>
          <p:spPr>
            <a:xfrm>
              <a:off x="742118" y="1772779"/>
              <a:ext cx="338142" cy="63"/>
            </a:xfrm>
            <a:custGeom>
              <a:avLst/>
              <a:gdLst/>
              <a:ahLst/>
              <a:cxnLst/>
              <a:rect l="l" t="t" r="r" b="b"/>
              <a:pathLst>
                <a:path w="5381" h="1" fill="none" extrusionOk="0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6"/>
            <p:cNvSpPr/>
            <p:nvPr/>
          </p:nvSpPr>
          <p:spPr>
            <a:xfrm>
              <a:off x="597027" y="3629324"/>
              <a:ext cx="851985" cy="301883"/>
            </a:xfrm>
            <a:custGeom>
              <a:avLst/>
              <a:gdLst/>
              <a:ahLst/>
              <a:cxnLst/>
              <a:rect l="l" t="t" r="r" b="b"/>
              <a:pathLst>
                <a:path w="13558" h="4804" fill="none" extrusionOk="0">
                  <a:moveTo>
                    <a:pt x="1" y="4803"/>
                  </a:moveTo>
                  <a:lnTo>
                    <a:pt x="2706" y="2372"/>
                  </a:lnTo>
                  <a:lnTo>
                    <a:pt x="5259" y="4803"/>
                  </a:lnTo>
                  <a:lnTo>
                    <a:pt x="10487" y="1"/>
                  </a:lnTo>
                  <a:lnTo>
                    <a:pt x="13557" y="304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6"/>
            <p:cNvSpPr/>
            <p:nvPr/>
          </p:nvSpPr>
          <p:spPr>
            <a:xfrm>
              <a:off x="720091" y="3615939"/>
              <a:ext cx="89798" cy="89861"/>
            </a:xfrm>
            <a:custGeom>
              <a:avLst/>
              <a:gdLst/>
              <a:ahLst/>
              <a:cxnLst/>
              <a:rect l="l" t="t" r="r" b="b"/>
              <a:pathLst>
                <a:path w="1429" h="1430" fill="none" extrusionOk="0">
                  <a:moveTo>
                    <a:pt x="1429" y="730"/>
                  </a:moveTo>
                  <a:cubicBezTo>
                    <a:pt x="142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29" y="1126"/>
                    <a:pt x="1429" y="73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6"/>
            <p:cNvSpPr/>
            <p:nvPr/>
          </p:nvSpPr>
          <p:spPr>
            <a:xfrm>
              <a:off x="-328238" y="3498700"/>
              <a:ext cx="852000" cy="4968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6"/>
            <p:cNvSpPr/>
            <p:nvPr/>
          </p:nvSpPr>
          <p:spPr>
            <a:xfrm>
              <a:off x="-328231" y="3629324"/>
              <a:ext cx="851985" cy="301883"/>
            </a:xfrm>
            <a:custGeom>
              <a:avLst/>
              <a:gdLst/>
              <a:ahLst/>
              <a:cxnLst/>
              <a:rect l="l" t="t" r="r" b="b"/>
              <a:pathLst>
                <a:path w="13558" h="4804" fill="none" extrusionOk="0">
                  <a:moveTo>
                    <a:pt x="1" y="4803"/>
                  </a:moveTo>
                  <a:lnTo>
                    <a:pt x="2675" y="2372"/>
                  </a:lnTo>
                  <a:lnTo>
                    <a:pt x="5259" y="4803"/>
                  </a:lnTo>
                  <a:lnTo>
                    <a:pt x="10457" y="1"/>
                  </a:lnTo>
                  <a:lnTo>
                    <a:pt x="13557" y="304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6"/>
            <p:cNvSpPr/>
            <p:nvPr/>
          </p:nvSpPr>
          <p:spPr>
            <a:xfrm>
              <a:off x="-211738" y="3615939"/>
              <a:ext cx="91746" cy="89861"/>
            </a:xfrm>
            <a:custGeom>
              <a:avLst/>
              <a:gdLst/>
              <a:ahLst/>
              <a:cxnLst/>
              <a:rect l="l" t="t" r="r" b="b"/>
              <a:pathLst>
                <a:path w="1460" h="1430" fill="none" extrusionOk="0">
                  <a:moveTo>
                    <a:pt x="1459" y="730"/>
                  </a:moveTo>
                  <a:cubicBezTo>
                    <a:pt x="145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59" y="1126"/>
                    <a:pt x="1459" y="73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8" name="Google Shape;638;p46"/>
          <p:cNvSpPr txBox="1">
            <a:spLocks noGrp="1"/>
          </p:cNvSpPr>
          <p:nvPr>
            <p:ph type="subTitle" idx="1"/>
          </p:nvPr>
        </p:nvSpPr>
        <p:spPr>
          <a:xfrm>
            <a:off x="3393832" y="1383485"/>
            <a:ext cx="5722329" cy="32885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indent="0">
              <a:buNone/>
            </a:pPr>
            <a:r>
              <a:rPr lang="pt-BR" sz="1200" dirty="0"/>
              <a:t>Atualmente, muitas plataformas de venda de jogos digitais possuem interfaces poluídas, excesso de informações e pouca preocupação com acessibilidade</a:t>
            </a:r>
            <a:r>
              <a:rPr lang="pt-BR" sz="1200" dirty="0" smtClean="0"/>
              <a:t>.</a:t>
            </a:r>
          </a:p>
          <a:p>
            <a:pPr marL="114300" indent="0">
              <a:buNone/>
            </a:pPr>
            <a:endParaRPr lang="pt-BR" sz="1200" dirty="0"/>
          </a:p>
          <a:p>
            <a:pPr marL="114300" indent="0">
              <a:buNone/>
            </a:pPr>
            <a:r>
              <a:rPr lang="pt-BR" sz="1200" dirty="0" smtClean="0"/>
              <a:t>Isso </a:t>
            </a:r>
            <a:r>
              <a:rPr lang="pt-BR" sz="1200" dirty="0"/>
              <a:t>dificulta a navegação, prejudica a experiência do usuário e pode excluir pessoas com deficiência visual, motora ou usuários menos experientes</a:t>
            </a:r>
            <a:r>
              <a:rPr lang="pt-BR" sz="1200" dirty="0" smtClean="0"/>
              <a:t>.</a:t>
            </a:r>
          </a:p>
          <a:p>
            <a:pPr marL="114300" indent="0">
              <a:buNone/>
            </a:pPr>
            <a:endParaRPr lang="pt-BR" sz="1200" dirty="0"/>
          </a:p>
          <a:p>
            <a:pPr marL="114300" indent="0">
              <a:buNone/>
            </a:pPr>
            <a:r>
              <a:rPr lang="pt-BR" sz="1200" dirty="0"/>
              <a:t>Além disso, muitos </a:t>
            </a:r>
            <a:r>
              <a:rPr lang="pt-BR" sz="1200" dirty="0" err="1"/>
              <a:t>marketplaces</a:t>
            </a:r>
            <a:r>
              <a:rPr lang="pt-BR" sz="1200" dirty="0"/>
              <a:t> focam apenas na venda, deixando de lado fatores essenciais como</a:t>
            </a:r>
            <a:r>
              <a:rPr lang="pt-BR" sz="1200" dirty="0" smtClean="0"/>
              <a:t>:</a:t>
            </a:r>
          </a:p>
          <a:p>
            <a:pPr marL="114300" indent="0">
              <a:buNone/>
            </a:pPr>
            <a:endParaRPr lang="pt-BR" sz="1200" dirty="0"/>
          </a:p>
          <a:p>
            <a:r>
              <a:rPr lang="pt-BR" sz="1200" dirty="0" smtClean="0"/>
              <a:t>Usabilidade</a:t>
            </a:r>
            <a:r>
              <a:rPr lang="pt-BR" sz="1200" dirty="0"/>
              <a:t>;</a:t>
            </a:r>
          </a:p>
          <a:p>
            <a:r>
              <a:rPr lang="pt-BR" sz="1200" dirty="0" smtClean="0"/>
              <a:t>Organização visual</a:t>
            </a:r>
            <a:r>
              <a:rPr lang="pt-BR" sz="1200" dirty="0"/>
              <a:t>;</a:t>
            </a:r>
          </a:p>
          <a:p>
            <a:r>
              <a:rPr lang="pt-BR" sz="1200" dirty="0" smtClean="0"/>
              <a:t>Acessibilidade;</a:t>
            </a:r>
          </a:p>
          <a:p>
            <a:r>
              <a:rPr lang="pt-BR" sz="1200" dirty="0" smtClean="0"/>
              <a:t>Experiência intuitiva;</a:t>
            </a:r>
          </a:p>
          <a:p>
            <a:r>
              <a:rPr lang="pt-BR" sz="1200" dirty="0" smtClean="0"/>
              <a:t>Inclusão digital.</a:t>
            </a:r>
          </a:p>
          <a:p>
            <a:pPr marL="114300" indent="0">
              <a:buNone/>
            </a:pPr>
            <a:endParaRPr lang="pt-BR" sz="1200" dirty="0" smtClean="0"/>
          </a:p>
          <a:p>
            <a:pPr marL="114300" indent="0">
              <a:buNone/>
            </a:pPr>
            <a:r>
              <a:rPr lang="pt-BR" sz="1200" dirty="0" smtClean="0"/>
              <a:t>Foi pensando nisso que surgiu o UC HUB.</a:t>
            </a:r>
            <a:endParaRPr lang="pt-BR" sz="1200" dirty="0"/>
          </a:p>
        </p:txBody>
      </p:sp>
      <p:sp>
        <p:nvSpPr>
          <p:cNvPr id="641" name="Google Shape;641;p46"/>
          <p:cNvSpPr txBox="1">
            <a:spLocks noGrp="1"/>
          </p:cNvSpPr>
          <p:nvPr>
            <p:ph type="title" idx="6"/>
          </p:nvPr>
        </p:nvSpPr>
        <p:spPr>
          <a:xfrm>
            <a:off x="713225" y="657995"/>
            <a:ext cx="7717500" cy="36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Problema ou Oportunidade</a:t>
            </a:r>
            <a:endParaRPr dirty="0"/>
          </a:p>
        </p:txBody>
      </p:sp>
      <p:grpSp>
        <p:nvGrpSpPr>
          <p:cNvPr id="642" name="Google Shape;642;p46"/>
          <p:cNvGrpSpPr/>
          <p:nvPr/>
        </p:nvGrpSpPr>
        <p:grpSpPr>
          <a:xfrm>
            <a:off x="865613" y="1953597"/>
            <a:ext cx="1694445" cy="2354442"/>
            <a:chOff x="-412450" y="1374450"/>
            <a:chExt cx="1948534" cy="2707500"/>
          </a:xfrm>
        </p:grpSpPr>
        <p:sp>
          <p:nvSpPr>
            <p:cNvPr id="643" name="Google Shape;643;p46"/>
            <p:cNvSpPr/>
            <p:nvPr/>
          </p:nvSpPr>
          <p:spPr>
            <a:xfrm>
              <a:off x="-412450" y="1374450"/>
              <a:ext cx="1945200" cy="2707500"/>
            </a:xfrm>
            <a:prstGeom prst="roundRect">
              <a:avLst>
                <a:gd name="adj" fmla="val 485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6"/>
            <p:cNvSpPr/>
            <p:nvPr/>
          </p:nvSpPr>
          <p:spPr>
            <a:xfrm>
              <a:off x="-328450" y="1981375"/>
              <a:ext cx="1777200" cy="5124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6"/>
            <p:cNvSpPr/>
            <p:nvPr/>
          </p:nvSpPr>
          <p:spPr>
            <a:xfrm>
              <a:off x="-328450" y="2574425"/>
              <a:ext cx="1777200" cy="4116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6"/>
            <p:cNvSpPr/>
            <p:nvPr/>
          </p:nvSpPr>
          <p:spPr>
            <a:xfrm>
              <a:off x="-328450" y="3066675"/>
              <a:ext cx="1777200" cy="3345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6"/>
            <p:cNvSpPr/>
            <p:nvPr/>
          </p:nvSpPr>
          <p:spPr>
            <a:xfrm>
              <a:off x="597020" y="3498700"/>
              <a:ext cx="852000" cy="4968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6"/>
            <p:cNvSpPr/>
            <p:nvPr/>
          </p:nvSpPr>
          <p:spPr>
            <a:xfrm>
              <a:off x="-411561" y="1640941"/>
              <a:ext cx="1947646" cy="63"/>
            </a:xfrm>
            <a:custGeom>
              <a:avLst/>
              <a:gdLst/>
              <a:ahLst/>
              <a:cxnLst/>
              <a:rect l="l" t="t" r="r" b="b"/>
              <a:pathLst>
                <a:path w="74288" h="1" fill="none" extrusionOk="0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6"/>
            <p:cNvSpPr/>
            <p:nvPr/>
          </p:nvSpPr>
          <p:spPr>
            <a:xfrm>
              <a:off x="-411561" y="1904554"/>
              <a:ext cx="1947646" cy="63"/>
            </a:xfrm>
            <a:custGeom>
              <a:avLst/>
              <a:gdLst/>
              <a:ahLst/>
              <a:cxnLst/>
              <a:rect l="l" t="t" r="r" b="b"/>
              <a:pathLst>
                <a:path w="74288" h="1" fill="none" extrusionOk="0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6"/>
            <p:cNvSpPr/>
            <p:nvPr/>
          </p:nvSpPr>
          <p:spPr>
            <a:xfrm>
              <a:off x="-289338" y="1486228"/>
              <a:ext cx="49706" cy="47821"/>
            </a:xfrm>
            <a:custGeom>
              <a:avLst/>
              <a:gdLst/>
              <a:ahLst/>
              <a:cxnLst/>
              <a:rect l="l" t="t" r="r" b="b"/>
              <a:pathLst>
                <a:path w="791" h="761" fill="none" extrusionOk="0">
                  <a:moveTo>
                    <a:pt x="791" y="396"/>
                  </a:moveTo>
                  <a:cubicBezTo>
                    <a:pt x="791" y="153"/>
                    <a:pt x="608" y="1"/>
                    <a:pt x="396" y="1"/>
                  </a:cubicBezTo>
                  <a:cubicBezTo>
                    <a:pt x="183" y="1"/>
                    <a:pt x="1" y="153"/>
                    <a:pt x="1" y="396"/>
                  </a:cubicBezTo>
                  <a:cubicBezTo>
                    <a:pt x="1" y="609"/>
                    <a:pt x="183" y="761"/>
                    <a:pt x="396" y="761"/>
                  </a:cubicBezTo>
                  <a:cubicBezTo>
                    <a:pt x="608" y="761"/>
                    <a:pt x="791" y="609"/>
                    <a:pt x="791" y="39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6"/>
            <p:cNvSpPr/>
            <p:nvPr/>
          </p:nvSpPr>
          <p:spPr>
            <a:xfrm>
              <a:off x="-182384" y="1486228"/>
              <a:ext cx="49706" cy="47821"/>
            </a:xfrm>
            <a:custGeom>
              <a:avLst/>
              <a:gdLst/>
              <a:ahLst/>
              <a:cxnLst/>
              <a:rect l="l" t="t" r="r" b="b"/>
              <a:pathLst>
                <a:path w="791" h="761" fill="none" extrusionOk="0">
                  <a:moveTo>
                    <a:pt x="791" y="396"/>
                  </a:moveTo>
                  <a:cubicBezTo>
                    <a:pt x="791" y="609"/>
                    <a:pt x="609" y="761"/>
                    <a:pt x="396" y="761"/>
                  </a:cubicBezTo>
                  <a:cubicBezTo>
                    <a:pt x="183" y="761"/>
                    <a:pt x="1" y="609"/>
                    <a:pt x="1" y="396"/>
                  </a:cubicBezTo>
                  <a:cubicBezTo>
                    <a:pt x="1" y="153"/>
                    <a:pt x="183" y="1"/>
                    <a:pt x="396" y="1"/>
                  </a:cubicBezTo>
                  <a:cubicBezTo>
                    <a:pt x="609" y="1"/>
                    <a:pt x="791" y="153"/>
                    <a:pt x="791" y="39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6"/>
            <p:cNvSpPr/>
            <p:nvPr/>
          </p:nvSpPr>
          <p:spPr>
            <a:xfrm>
              <a:off x="-73482" y="1486228"/>
              <a:ext cx="47821" cy="47821"/>
            </a:xfrm>
            <a:custGeom>
              <a:avLst/>
              <a:gdLst/>
              <a:ahLst/>
              <a:cxnLst/>
              <a:rect l="l" t="t" r="r" b="b"/>
              <a:pathLst>
                <a:path w="761" h="761" fill="none" extrusionOk="0">
                  <a:moveTo>
                    <a:pt x="760" y="396"/>
                  </a:moveTo>
                  <a:cubicBezTo>
                    <a:pt x="760" y="609"/>
                    <a:pt x="608" y="761"/>
                    <a:pt x="395" y="761"/>
                  </a:cubicBezTo>
                  <a:cubicBezTo>
                    <a:pt x="183" y="761"/>
                    <a:pt x="0" y="609"/>
                    <a:pt x="0" y="396"/>
                  </a:cubicBezTo>
                  <a:cubicBezTo>
                    <a:pt x="0" y="153"/>
                    <a:pt x="183" y="1"/>
                    <a:pt x="395" y="1"/>
                  </a:cubicBezTo>
                  <a:cubicBezTo>
                    <a:pt x="608" y="1"/>
                    <a:pt x="760" y="153"/>
                    <a:pt x="760" y="39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6"/>
            <p:cNvSpPr/>
            <p:nvPr/>
          </p:nvSpPr>
          <p:spPr>
            <a:xfrm>
              <a:off x="-283619" y="1772779"/>
              <a:ext cx="340090" cy="63"/>
            </a:xfrm>
            <a:custGeom>
              <a:avLst/>
              <a:gdLst/>
              <a:ahLst/>
              <a:cxnLst/>
              <a:rect l="l" t="t" r="r" b="b"/>
              <a:pathLst>
                <a:path w="5412" h="1" fill="none" extrusionOk="0">
                  <a:moveTo>
                    <a:pt x="1" y="0"/>
                  </a:moveTo>
                  <a:lnTo>
                    <a:pt x="5411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6"/>
            <p:cNvSpPr/>
            <p:nvPr/>
          </p:nvSpPr>
          <p:spPr>
            <a:xfrm>
              <a:off x="230223" y="1772779"/>
              <a:ext cx="338142" cy="63"/>
            </a:xfrm>
            <a:custGeom>
              <a:avLst/>
              <a:gdLst/>
              <a:ahLst/>
              <a:cxnLst/>
              <a:rect l="l" t="t" r="r" b="b"/>
              <a:pathLst>
                <a:path w="5381" h="1" fill="none" extrusionOk="0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6"/>
            <p:cNvSpPr/>
            <p:nvPr/>
          </p:nvSpPr>
          <p:spPr>
            <a:xfrm>
              <a:off x="742118" y="1772779"/>
              <a:ext cx="338142" cy="63"/>
            </a:xfrm>
            <a:custGeom>
              <a:avLst/>
              <a:gdLst/>
              <a:ahLst/>
              <a:cxnLst/>
              <a:rect l="l" t="t" r="r" b="b"/>
              <a:pathLst>
                <a:path w="5381" h="1" fill="none" extrusionOk="0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6"/>
            <p:cNvSpPr/>
            <p:nvPr/>
          </p:nvSpPr>
          <p:spPr>
            <a:xfrm>
              <a:off x="597027" y="3629324"/>
              <a:ext cx="851985" cy="301883"/>
            </a:xfrm>
            <a:custGeom>
              <a:avLst/>
              <a:gdLst/>
              <a:ahLst/>
              <a:cxnLst/>
              <a:rect l="l" t="t" r="r" b="b"/>
              <a:pathLst>
                <a:path w="13558" h="4804" fill="none" extrusionOk="0">
                  <a:moveTo>
                    <a:pt x="1" y="4803"/>
                  </a:moveTo>
                  <a:lnTo>
                    <a:pt x="2706" y="2372"/>
                  </a:lnTo>
                  <a:lnTo>
                    <a:pt x="5259" y="4803"/>
                  </a:lnTo>
                  <a:lnTo>
                    <a:pt x="10487" y="1"/>
                  </a:lnTo>
                  <a:lnTo>
                    <a:pt x="13557" y="304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6"/>
            <p:cNvSpPr/>
            <p:nvPr/>
          </p:nvSpPr>
          <p:spPr>
            <a:xfrm>
              <a:off x="720091" y="3615939"/>
              <a:ext cx="89798" cy="89861"/>
            </a:xfrm>
            <a:custGeom>
              <a:avLst/>
              <a:gdLst/>
              <a:ahLst/>
              <a:cxnLst/>
              <a:rect l="l" t="t" r="r" b="b"/>
              <a:pathLst>
                <a:path w="1429" h="1430" fill="none" extrusionOk="0">
                  <a:moveTo>
                    <a:pt x="1429" y="730"/>
                  </a:moveTo>
                  <a:cubicBezTo>
                    <a:pt x="142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29" y="1126"/>
                    <a:pt x="1429" y="73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6"/>
            <p:cNvSpPr/>
            <p:nvPr/>
          </p:nvSpPr>
          <p:spPr>
            <a:xfrm>
              <a:off x="-328238" y="3498700"/>
              <a:ext cx="852000" cy="4968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6"/>
            <p:cNvSpPr/>
            <p:nvPr/>
          </p:nvSpPr>
          <p:spPr>
            <a:xfrm>
              <a:off x="-328231" y="3629324"/>
              <a:ext cx="851985" cy="301883"/>
            </a:xfrm>
            <a:custGeom>
              <a:avLst/>
              <a:gdLst/>
              <a:ahLst/>
              <a:cxnLst/>
              <a:rect l="l" t="t" r="r" b="b"/>
              <a:pathLst>
                <a:path w="13558" h="4804" fill="none" extrusionOk="0">
                  <a:moveTo>
                    <a:pt x="1" y="4803"/>
                  </a:moveTo>
                  <a:lnTo>
                    <a:pt x="2675" y="2372"/>
                  </a:lnTo>
                  <a:lnTo>
                    <a:pt x="5259" y="4803"/>
                  </a:lnTo>
                  <a:lnTo>
                    <a:pt x="10457" y="1"/>
                  </a:lnTo>
                  <a:lnTo>
                    <a:pt x="13557" y="304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6"/>
            <p:cNvSpPr/>
            <p:nvPr/>
          </p:nvSpPr>
          <p:spPr>
            <a:xfrm>
              <a:off x="-211738" y="3615939"/>
              <a:ext cx="91746" cy="89861"/>
            </a:xfrm>
            <a:custGeom>
              <a:avLst/>
              <a:gdLst/>
              <a:ahLst/>
              <a:cxnLst/>
              <a:rect l="l" t="t" r="r" b="b"/>
              <a:pathLst>
                <a:path w="1460" h="1430" fill="none" extrusionOk="0">
                  <a:moveTo>
                    <a:pt x="1459" y="730"/>
                  </a:moveTo>
                  <a:cubicBezTo>
                    <a:pt x="145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59" y="1126"/>
                    <a:pt x="1459" y="73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47"/>
          <p:cNvGrpSpPr/>
          <p:nvPr/>
        </p:nvGrpSpPr>
        <p:grpSpPr>
          <a:xfrm>
            <a:off x="5891248" y="1443755"/>
            <a:ext cx="2863019" cy="2707636"/>
            <a:chOff x="4474850" y="1409325"/>
            <a:chExt cx="2863019" cy="2707636"/>
          </a:xfrm>
        </p:grpSpPr>
        <p:sp>
          <p:nvSpPr>
            <p:cNvPr id="666" name="Google Shape;666;p47"/>
            <p:cNvSpPr/>
            <p:nvPr/>
          </p:nvSpPr>
          <p:spPr>
            <a:xfrm>
              <a:off x="4474850" y="1409325"/>
              <a:ext cx="2859900" cy="2707500"/>
            </a:xfrm>
            <a:prstGeom prst="roundRect">
              <a:avLst>
                <a:gd name="adj" fmla="val 485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7"/>
            <p:cNvSpPr/>
            <p:nvPr/>
          </p:nvSpPr>
          <p:spPr>
            <a:xfrm>
              <a:off x="5452870" y="3533575"/>
              <a:ext cx="852000" cy="4968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7"/>
            <p:cNvSpPr/>
            <p:nvPr/>
          </p:nvSpPr>
          <p:spPr>
            <a:xfrm>
              <a:off x="6378162" y="3533575"/>
              <a:ext cx="852000" cy="4968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7"/>
            <p:cNvSpPr/>
            <p:nvPr/>
          </p:nvSpPr>
          <p:spPr>
            <a:xfrm>
              <a:off x="5452100" y="2016250"/>
              <a:ext cx="1764900" cy="14571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7"/>
            <p:cNvSpPr/>
            <p:nvPr/>
          </p:nvSpPr>
          <p:spPr>
            <a:xfrm>
              <a:off x="4475739" y="1675816"/>
              <a:ext cx="2862131" cy="63"/>
            </a:xfrm>
            <a:custGeom>
              <a:avLst/>
              <a:gdLst/>
              <a:ahLst/>
              <a:cxnLst/>
              <a:rect l="l" t="t" r="r" b="b"/>
              <a:pathLst>
                <a:path w="74288" h="1" fill="none" extrusionOk="0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7"/>
            <p:cNvSpPr/>
            <p:nvPr/>
          </p:nvSpPr>
          <p:spPr>
            <a:xfrm>
              <a:off x="4475739" y="1939429"/>
              <a:ext cx="2862131" cy="63"/>
            </a:xfrm>
            <a:custGeom>
              <a:avLst/>
              <a:gdLst/>
              <a:ahLst/>
              <a:cxnLst/>
              <a:rect l="l" t="t" r="r" b="b"/>
              <a:pathLst>
                <a:path w="74288" h="1" fill="none" extrusionOk="0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7"/>
            <p:cNvSpPr/>
            <p:nvPr/>
          </p:nvSpPr>
          <p:spPr>
            <a:xfrm>
              <a:off x="4597962" y="1521103"/>
              <a:ext cx="49706" cy="47821"/>
            </a:xfrm>
            <a:custGeom>
              <a:avLst/>
              <a:gdLst/>
              <a:ahLst/>
              <a:cxnLst/>
              <a:rect l="l" t="t" r="r" b="b"/>
              <a:pathLst>
                <a:path w="791" h="761" fill="none" extrusionOk="0">
                  <a:moveTo>
                    <a:pt x="791" y="396"/>
                  </a:moveTo>
                  <a:cubicBezTo>
                    <a:pt x="791" y="153"/>
                    <a:pt x="608" y="1"/>
                    <a:pt x="396" y="1"/>
                  </a:cubicBezTo>
                  <a:cubicBezTo>
                    <a:pt x="183" y="1"/>
                    <a:pt x="1" y="153"/>
                    <a:pt x="1" y="396"/>
                  </a:cubicBezTo>
                  <a:cubicBezTo>
                    <a:pt x="1" y="609"/>
                    <a:pt x="183" y="761"/>
                    <a:pt x="396" y="761"/>
                  </a:cubicBezTo>
                  <a:cubicBezTo>
                    <a:pt x="608" y="761"/>
                    <a:pt x="791" y="609"/>
                    <a:pt x="791" y="39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7"/>
            <p:cNvSpPr/>
            <p:nvPr/>
          </p:nvSpPr>
          <p:spPr>
            <a:xfrm>
              <a:off x="4704916" y="1521103"/>
              <a:ext cx="49706" cy="47821"/>
            </a:xfrm>
            <a:custGeom>
              <a:avLst/>
              <a:gdLst/>
              <a:ahLst/>
              <a:cxnLst/>
              <a:rect l="l" t="t" r="r" b="b"/>
              <a:pathLst>
                <a:path w="791" h="761" fill="none" extrusionOk="0">
                  <a:moveTo>
                    <a:pt x="791" y="396"/>
                  </a:moveTo>
                  <a:cubicBezTo>
                    <a:pt x="791" y="609"/>
                    <a:pt x="609" y="761"/>
                    <a:pt x="396" y="761"/>
                  </a:cubicBezTo>
                  <a:cubicBezTo>
                    <a:pt x="183" y="761"/>
                    <a:pt x="1" y="609"/>
                    <a:pt x="1" y="396"/>
                  </a:cubicBezTo>
                  <a:cubicBezTo>
                    <a:pt x="1" y="153"/>
                    <a:pt x="183" y="1"/>
                    <a:pt x="396" y="1"/>
                  </a:cubicBezTo>
                  <a:cubicBezTo>
                    <a:pt x="609" y="1"/>
                    <a:pt x="791" y="153"/>
                    <a:pt x="791" y="39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7"/>
            <p:cNvSpPr/>
            <p:nvPr/>
          </p:nvSpPr>
          <p:spPr>
            <a:xfrm>
              <a:off x="4813818" y="1521103"/>
              <a:ext cx="47821" cy="47821"/>
            </a:xfrm>
            <a:custGeom>
              <a:avLst/>
              <a:gdLst/>
              <a:ahLst/>
              <a:cxnLst/>
              <a:rect l="l" t="t" r="r" b="b"/>
              <a:pathLst>
                <a:path w="761" h="761" fill="none" extrusionOk="0">
                  <a:moveTo>
                    <a:pt x="760" y="396"/>
                  </a:moveTo>
                  <a:cubicBezTo>
                    <a:pt x="760" y="609"/>
                    <a:pt x="608" y="761"/>
                    <a:pt x="395" y="761"/>
                  </a:cubicBezTo>
                  <a:cubicBezTo>
                    <a:pt x="183" y="761"/>
                    <a:pt x="0" y="609"/>
                    <a:pt x="0" y="396"/>
                  </a:cubicBezTo>
                  <a:cubicBezTo>
                    <a:pt x="0" y="153"/>
                    <a:pt x="183" y="1"/>
                    <a:pt x="395" y="1"/>
                  </a:cubicBezTo>
                  <a:cubicBezTo>
                    <a:pt x="608" y="1"/>
                    <a:pt x="760" y="153"/>
                    <a:pt x="760" y="39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7"/>
            <p:cNvSpPr/>
            <p:nvPr/>
          </p:nvSpPr>
          <p:spPr>
            <a:xfrm>
              <a:off x="4603681" y="1807654"/>
              <a:ext cx="340090" cy="63"/>
            </a:xfrm>
            <a:custGeom>
              <a:avLst/>
              <a:gdLst/>
              <a:ahLst/>
              <a:cxnLst/>
              <a:rect l="l" t="t" r="r" b="b"/>
              <a:pathLst>
                <a:path w="5412" h="1" fill="none" extrusionOk="0">
                  <a:moveTo>
                    <a:pt x="1" y="0"/>
                  </a:moveTo>
                  <a:lnTo>
                    <a:pt x="541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7"/>
            <p:cNvSpPr/>
            <p:nvPr/>
          </p:nvSpPr>
          <p:spPr>
            <a:xfrm>
              <a:off x="5117523" y="1807654"/>
              <a:ext cx="338142" cy="63"/>
            </a:xfrm>
            <a:custGeom>
              <a:avLst/>
              <a:gdLst/>
              <a:ahLst/>
              <a:cxnLst/>
              <a:rect l="l" t="t" r="r" b="b"/>
              <a:pathLst>
                <a:path w="5381" h="1" fill="none" extrusionOk="0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7"/>
            <p:cNvSpPr/>
            <p:nvPr/>
          </p:nvSpPr>
          <p:spPr>
            <a:xfrm>
              <a:off x="5629418" y="1807654"/>
              <a:ext cx="338142" cy="63"/>
            </a:xfrm>
            <a:custGeom>
              <a:avLst/>
              <a:gdLst/>
              <a:ahLst/>
              <a:cxnLst/>
              <a:rect l="l" t="t" r="r" b="b"/>
              <a:pathLst>
                <a:path w="5381" h="1" fill="none" extrusionOk="0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7"/>
            <p:cNvSpPr/>
            <p:nvPr/>
          </p:nvSpPr>
          <p:spPr>
            <a:xfrm>
              <a:off x="6141313" y="1807654"/>
              <a:ext cx="340027" cy="63"/>
            </a:xfrm>
            <a:custGeom>
              <a:avLst/>
              <a:gdLst/>
              <a:ahLst/>
              <a:cxnLst/>
              <a:rect l="l" t="t" r="r" b="b"/>
              <a:pathLst>
                <a:path w="5411" h="1" fill="none" extrusionOk="0">
                  <a:moveTo>
                    <a:pt x="0" y="0"/>
                  </a:moveTo>
                  <a:lnTo>
                    <a:pt x="541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7"/>
            <p:cNvSpPr/>
            <p:nvPr/>
          </p:nvSpPr>
          <p:spPr>
            <a:xfrm>
              <a:off x="5377304" y="1939429"/>
              <a:ext cx="0" cy="2177532"/>
            </a:xfrm>
            <a:custGeom>
              <a:avLst/>
              <a:gdLst/>
              <a:ahLst/>
              <a:cxnLst/>
              <a:rect l="l" t="t" r="r" b="b"/>
              <a:pathLst>
                <a:path h="34652" fill="none" extrusionOk="0">
                  <a:moveTo>
                    <a:pt x="0" y="1"/>
                  </a:moveTo>
                  <a:lnTo>
                    <a:pt x="0" y="3465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7"/>
            <p:cNvSpPr/>
            <p:nvPr/>
          </p:nvSpPr>
          <p:spPr>
            <a:xfrm>
              <a:off x="4475739" y="2327152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1"/>
                  </a:moveTo>
                  <a:lnTo>
                    <a:pt x="14347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7"/>
            <p:cNvSpPr/>
            <p:nvPr/>
          </p:nvSpPr>
          <p:spPr>
            <a:xfrm>
              <a:off x="4475739" y="2714938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7"/>
            <p:cNvSpPr/>
            <p:nvPr/>
          </p:nvSpPr>
          <p:spPr>
            <a:xfrm>
              <a:off x="4475739" y="3100775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7"/>
            <p:cNvSpPr/>
            <p:nvPr/>
          </p:nvSpPr>
          <p:spPr>
            <a:xfrm>
              <a:off x="4475739" y="3488498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7"/>
            <p:cNvSpPr/>
            <p:nvPr/>
          </p:nvSpPr>
          <p:spPr>
            <a:xfrm>
              <a:off x="4475739" y="3874336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7"/>
            <p:cNvSpPr/>
            <p:nvPr/>
          </p:nvSpPr>
          <p:spPr>
            <a:xfrm>
              <a:off x="4808099" y="2101808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0"/>
                  </a:moveTo>
                  <a:lnTo>
                    <a:pt x="7204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7"/>
            <p:cNvSpPr/>
            <p:nvPr/>
          </p:nvSpPr>
          <p:spPr>
            <a:xfrm>
              <a:off x="4808099" y="2164836"/>
              <a:ext cx="362964" cy="63"/>
            </a:xfrm>
            <a:custGeom>
              <a:avLst/>
              <a:gdLst/>
              <a:ahLst/>
              <a:cxnLst/>
              <a:rect l="l" t="t" r="r" b="b"/>
              <a:pathLst>
                <a:path w="5776" h="1" fill="none" extrusionOk="0">
                  <a:moveTo>
                    <a:pt x="0" y="0"/>
                  </a:moveTo>
                  <a:lnTo>
                    <a:pt x="5775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7"/>
            <p:cNvSpPr/>
            <p:nvPr/>
          </p:nvSpPr>
          <p:spPr>
            <a:xfrm>
              <a:off x="4808099" y="2489531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0"/>
                  </a:moveTo>
                  <a:lnTo>
                    <a:pt x="7204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7"/>
            <p:cNvSpPr/>
            <p:nvPr/>
          </p:nvSpPr>
          <p:spPr>
            <a:xfrm>
              <a:off x="4808099" y="2552559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7"/>
            <p:cNvSpPr/>
            <p:nvPr/>
          </p:nvSpPr>
          <p:spPr>
            <a:xfrm>
              <a:off x="4808099" y="2877253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7"/>
            <p:cNvSpPr/>
            <p:nvPr/>
          </p:nvSpPr>
          <p:spPr>
            <a:xfrm>
              <a:off x="4808099" y="2938397"/>
              <a:ext cx="301821" cy="63"/>
            </a:xfrm>
            <a:custGeom>
              <a:avLst/>
              <a:gdLst/>
              <a:ahLst/>
              <a:cxnLst/>
              <a:rect l="l" t="t" r="r" b="b"/>
              <a:pathLst>
                <a:path w="4803" h="1" fill="none" extrusionOk="0">
                  <a:moveTo>
                    <a:pt x="0" y="0"/>
                  </a:moveTo>
                  <a:lnTo>
                    <a:pt x="480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7"/>
            <p:cNvSpPr/>
            <p:nvPr/>
          </p:nvSpPr>
          <p:spPr>
            <a:xfrm>
              <a:off x="4808099" y="3263091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7"/>
            <p:cNvSpPr/>
            <p:nvPr/>
          </p:nvSpPr>
          <p:spPr>
            <a:xfrm>
              <a:off x="4808099" y="3326120"/>
              <a:ext cx="225407" cy="63"/>
            </a:xfrm>
            <a:custGeom>
              <a:avLst/>
              <a:gdLst/>
              <a:ahLst/>
              <a:cxnLst/>
              <a:rect l="l" t="t" r="r" b="b"/>
              <a:pathLst>
                <a:path w="3587" h="1" fill="none" extrusionOk="0">
                  <a:moveTo>
                    <a:pt x="0" y="1"/>
                  </a:moveTo>
                  <a:lnTo>
                    <a:pt x="3587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7"/>
            <p:cNvSpPr/>
            <p:nvPr/>
          </p:nvSpPr>
          <p:spPr>
            <a:xfrm>
              <a:off x="4808099" y="3650814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7"/>
            <p:cNvSpPr/>
            <p:nvPr/>
          </p:nvSpPr>
          <p:spPr>
            <a:xfrm>
              <a:off x="4808099" y="3711957"/>
              <a:ext cx="362964" cy="63"/>
            </a:xfrm>
            <a:custGeom>
              <a:avLst/>
              <a:gdLst/>
              <a:ahLst/>
              <a:cxnLst/>
              <a:rect l="l" t="t" r="r" b="b"/>
              <a:pathLst>
                <a:path w="5776" h="1" fill="none" extrusionOk="0">
                  <a:moveTo>
                    <a:pt x="0" y="1"/>
                  </a:moveTo>
                  <a:lnTo>
                    <a:pt x="5775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7"/>
            <p:cNvSpPr/>
            <p:nvPr/>
          </p:nvSpPr>
          <p:spPr>
            <a:xfrm>
              <a:off x="5452877" y="3664199"/>
              <a:ext cx="851985" cy="301883"/>
            </a:xfrm>
            <a:custGeom>
              <a:avLst/>
              <a:gdLst/>
              <a:ahLst/>
              <a:cxnLst/>
              <a:rect l="l" t="t" r="r" b="b"/>
              <a:pathLst>
                <a:path w="13558" h="4804" fill="none" extrusionOk="0">
                  <a:moveTo>
                    <a:pt x="1" y="4803"/>
                  </a:moveTo>
                  <a:lnTo>
                    <a:pt x="2706" y="2372"/>
                  </a:lnTo>
                  <a:lnTo>
                    <a:pt x="5259" y="4803"/>
                  </a:lnTo>
                  <a:lnTo>
                    <a:pt x="10487" y="1"/>
                  </a:lnTo>
                  <a:lnTo>
                    <a:pt x="13557" y="304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7"/>
            <p:cNvSpPr/>
            <p:nvPr/>
          </p:nvSpPr>
          <p:spPr>
            <a:xfrm>
              <a:off x="5575941" y="3650814"/>
              <a:ext cx="89798" cy="89861"/>
            </a:xfrm>
            <a:custGeom>
              <a:avLst/>
              <a:gdLst/>
              <a:ahLst/>
              <a:cxnLst/>
              <a:rect l="l" t="t" r="r" b="b"/>
              <a:pathLst>
                <a:path w="1429" h="1430" fill="none" extrusionOk="0">
                  <a:moveTo>
                    <a:pt x="1429" y="730"/>
                  </a:moveTo>
                  <a:cubicBezTo>
                    <a:pt x="142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29" y="1126"/>
                    <a:pt x="1429" y="73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7"/>
            <p:cNvSpPr/>
            <p:nvPr/>
          </p:nvSpPr>
          <p:spPr>
            <a:xfrm>
              <a:off x="6378169" y="3664199"/>
              <a:ext cx="851985" cy="301883"/>
            </a:xfrm>
            <a:custGeom>
              <a:avLst/>
              <a:gdLst/>
              <a:ahLst/>
              <a:cxnLst/>
              <a:rect l="l" t="t" r="r" b="b"/>
              <a:pathLst>
                <a:path w="13558" h="4804" fill="none" extrusionOk="0">
                  <a:moveTo>
                    <a:pt x="1" y="4803"/>
                  </a:moveTo>
                  <a:lnTo>
                    <a:pt x="2675" y="2372"/>
                  </a:lnTo>
                  <a:lnTo>
                    <a:pt x="5259" y="4803"/>
                  </a:lnTo>
                  <a:lnTo>
                    <a:pt x="10457" y="1"/>
                  </a:lnTo>
                  <a:lnTo>
                    <a:pt x="13557" y="304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7"/>
            <p:cNvSpPr/>
            <p:nvPr/>
          </p:nvSpPr>
          <p:spPr>
            <a:xfrm>
              <a:off x="6494662" y="3650814"/>
              <a:ext cx="91746" cy="89861"/>
            </a:xfrm>
            <a:custGeom>
              <a:avLst/>
              <a:gdLst/>
              <a:ahLst/>
              <a:cxnLst/>
              <a:rect l="l" t="t" r="r" b="b"/>
              <a:pathLst>
                <a:path w="1460" h="1430" fill="none" extrusionOk="0">
                  <a:moveTo>
                    <a:pt x="1459" y="730"/>
                  </a:moveTo>
                  <a:cubicBezTo>
                    <a:pt x="145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59" y="1126"/>
                    <a:pt x="1459" y="73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7"/>
            <p:cNvSpPr/>
            <p:nvPr/>
          </p:nvSpPr>
          <p:spPr>
            <a:xfrm>
              <a:off x="6168020" y="2506749"/>
              <a:ext cx="341975" cy="341912"/>
            </a:xfrm>
            <a:custGeom>
              <a:avLst/>
              <a:gdLst/>
              <a:ahLst/>
              <a:cxnLst/>
              <a:rect l="l" t="t" r="r" b="b"/>
              <a:pathLst>
                <a:path w="5442" h="5441" fill="none" extrusionOk="0">
                  <a:moveTo>
                    <a:pt x="5442" y="2705"/>
                  </a:moveTo>
                  <a:cubicBezTo>
                    <a:pt x="5442" y="1216"/>
                    <a:pt x="4226" y="0"/>
                    <a:pt x="2736" y="0"/>
                  </a:cubicBezTo>
                  <a:cubicBezTo>
                    <a:pt x="1217" y="0"/>
                    <a:pt x="1" y="1216"/>
                    <a:pt x="1" y="2705"/>
                  </a:cubicBezTo>
                  <a:cubicBezTo>
                    <a:pt x="1" y="4225"/>
                    <a:pt x="1217" y="5441"/>
                    <a:pt x="2736" y="5441"/>
                  </a:cubicBezTo>
                  <a:cubicBezTo>
                    <a:pt x="4226" y="5441"/>
                    <a:pt x="5442" y="4225"/>
                    <a:pt x="5442" y="270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7"/>
            <p:cNvSpPr/>
            <p:nvPr/>
          </p:nvSpPr>
          <p:spPr>
            <a:xfrm>
              <a:off x="5539620" y="2101808"/>
              <a:ext cx="762186" cy="63"/>
            </a:xfrm>
            <a:custGeom>
              <a:avLst/>
              <a:gdLst/>
              <a:ahLst/>
              <a:cxnLst/>
              <a:rect l="l" t="t" r="r" b="b"/>
              <a:pathLst>
                <a:path w="12129" h="1" fill="none" extrusionOk="0">
                  <a:moveTo>
                    <a:pt x="1" y="0"/>
                  </a:moveTo>
                  <a:lnTo>
                    <a:pt x="12129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7"/>
            <p:cNvSpPr/>
            <p:nvPr/>
          </p:nvSpPr>
          <p:spPr>
            <a:xfrm>
              <a:off x="6279376" y="2595839"/>
              <a:ext cx="150124" cy="163731"/>
            </a:xfrm>
            <a:custGeom>
              <a:avLst/>
              <a:gdLst/>
              <a:ahLst/>
              <a:cxnLst/>
              <a:rect l="l" t="t" r="r" b="b"/>
              <a:pathLst>
                <a:path w="2372" h="2587" extrusionOk="0">
                  <a:moveTo>
                    <a:pt x="70" y="0"/>
                  </a:moveTo>
                  <a:cubicBezTo>
                    <a:pt x="31" y="0"/>
                    <a:pt x="0" y="43"/>
                    <a:pt x="0" y="86"/>
                  </a:cubicBezTo>
                  <a:lnTo>
                    <a:pt x="0" y="2488"/>
                  </a:lnTo>
                  <a:cubicBezTo>
                    <a:pt x="0" y="2537"/>
                    <a:pt x="41" y="2587"/>
                    <a:pt x="89" y="2587"/>
                  </a:cubicBezTo>
                  <a:cubicBezTo>
                    <a:pt x="100" y="2587"/>
                    <a:pt x="111" y="2584"/>
                    <a:pt x="122" y="2579"/>
                  </a:cubicBezTo>
                  <a:lnTo>
                    <a:pt x="2310" y="1363"/>
                  </a:lnTo>
                  <a:cubicBezTo>
                    <a:pt x="2371" y="1332"/>
                    <a:pt x="2371" y="1241"/>
                    <a:pt x="2310" y="1211"/>
                  </a:cubicBezTo>
                  <a:lnTo>
                    <a:pt x="122" y="25"/>
                  </a:lnTo>
                  <a:cubicBezTo>
                    <a:pt x="104" y="8"/>
                    <a:pt x="86" y="0"/>
                    <a:pt x="7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7"/>
            <p:cNvSpPr/>
            <p:nvPr/>
          </p:nvSpPr>
          <p:spPr>
            <a:xfrm>
              <a:off x="4596475" y="2052561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7"/>
            <p:cNvSpPr/>
            <p:nvPr/>
          </p:nvSpPr>
          <p:spPr>
            <a:xfrm>
              <a:off x="4596475" y="2446036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7"/>
            <p:cNvSpPr/>
            <p:nvPr/>
          </p:nvSpPr>
          <p:spPr>
            <a:xfrm>
              <a:off x="4596475" y="2832836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7"/>
            <p:cNvSpPr/>
            <p:nvPr/>
          </p:nvSpPr>
          <p:spPr>
            <a:xfrm>
              <a:off x="4596475" y="3219624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7"/>
            <p:cNvSpPr/>
            <p:nvPr/>
          </p:nvSpPr>
          <p:spPr>
            <a:xfrm>
              <a:off x="4596475" y="3606386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7" name="Google Shape;707;p47"/>
          <p:cNvSpPr txBox="1">
            <a:spLocks noGrp="1"/>
          </p:cNvSpPr>
          <p:nvPr>
            <p:ph type="title"/>
          </p:nvPr>
        </p:nvSpPr>
        <p:spPr>
          <a:xfrm>
            <a:off x="658581" y="1443684"/>
            <a:ext cx="3602700" cy="58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Proposta de Valor</a:t>
            </a:r>
            <a:endParaRPr dirty="0"/>
          </a:p>
        </p:txBody>
      </p:sp>
      <p:sp>
        <p:nvSpPr>
          <p:cNvPr id="708" name="Google Shape;708;p47"/>
          <p:cNvSpPr txBox="1">
            <a:spLocks noGrp="1"/>
          </p:cNvSpPr>
          <p:nvPr>
            <p:ph type="body" idx="1"/>
          </p:nvPr>
        </p:nvSpPr>
        <p:spPr>
          <a:xfrm>
            <a:off x="131058" y="2120704"/>
            <a:ext cx="4780467" cy="20623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 algn="just">
              <a:buNone/>
            </a:pPr>
            <a:r>
              <a:rPr lang="pt-BR" sz="1200" dirty="0"/>
              <a:t>O UC HUB é uma plataforma web moderna para venda de jogos digitais, desenvolvida com foco em</a:t>
            </a:r>
            <a:r>
              <a:rPr lang="pt-BR" sz="1200" dirty="0" smtClean="0"/>
              <a:t>:</a:t>
            </a:r>
          </a:p>
          <a:p>
            <a:pPr marL="127000" indent="0">
              <a:buNone/>
            </a:pPr>
            <a:endParaRPr lang="pt-BR" sz="1200" dirty="0"/>
          </a:p>
          <a:p>
            <a:pPr algn="just"/>
            <a:r>
              <a:rPr lang="pt-BR" sz="1200" dirty="0" smtClean="0"/>
              <a:t>Acessibilidade;</a:t>
            </a:r>
          </a:p>
          <a:p>
            <a:pPr algn="just"/>
            <a:r>
              <a:rPr lang="pt-BR" sz="1200" dirty="0" smtClean="0"/>
              <a:t>Usabilidade;</a:t>
            </a:r>
          </a:p>
          <a:p>
            <a:pPr algn="just"/>
            <a:r>
              <a:rPr lang="pt-BR" sz="1200" dirty="0" smtClean="0"/>
              <a:t>Experiência do usuário;</a:t>
            </a:r>
          </a:p>
          <a:p>
            <a:pPr algn="just"/>
            <a:r>
              <a:rPr lang="pt-BR" sz="1200" dirty="0" smtClean="0"/>
              <a:t>Navegação intuitiva;</a:t>
            </a:r>
          </a:p>
          <a:p>
            <a:pPr algn="just"/>
            <a:r>
              <a:rPr lang="pt-BR" sz="1200" dirty="0" smtClean="0"/>
              <a:t>Design responsivo.</a:t>
            </a:r>
          </a:p>
          <a:p>
            <a:pPr marL="127000" indent="0" algn="just">
              <a:buNone/>
            </a:pPr>
            <a:endParaRPr lang="pt-BR" sz="1200" dirty="0" smtClean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42424"/>
              </a:solidFill>
            </a:endParaRPr>
          </a:p>
        </p:txBody>
      </p:sp>
      <p:grpSp>
        <p:nvGrpSpPr>
          <p:cNvPr id="709" name="Google Shape;709;p47"/>
          <p:cNvGrpSpPr/>
          <p:nvPr/>
        </p:nvGrpSpPr>
        <p:grpSpPr>
          <a:xfrm>
            <a:off x="5169760" y="1045355"/>
            <a:ext cx="2863019" cy="2707636"/>
            <a:chOff x="4474850" y="1409325"/>
            <a:chExt cx="2863019" cy="2707636"/>
          </a:xfrm>
        </p:grpSpPr>
        <p:sp>
          <p:nvSpPr>
            <p:cNvPr id="710" name="Google Shape;710;p47"/>
            <p:cNvSpPr/>
            <p:nvPr/>
          </p:nvSpPr>
          <p:spPr>
            <a:xfrm>
              <a:off x="4474850" y="1409325"/>
              <a:ext cx="2859900" cy="2707500"/>
            </a:xfrm>
            <a:prstGeom prst="roundRect">
              <a:avLst>
                <a:gd name="adj" fmla="val 485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7"/>
            <p:cNvSpPr/>
            <p:nvPr/>
          </p:nvSpPr>
          <p:spPr>
            <a:xfrm>
              <a:off x="5452870" y="3533575"/>
              <a:ext cx="852000" cy="4968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7"/>
            <p:cNvSpPr/>
            <p:nvPr/>
          </p:nvSpPr>
          <p:spPr>
            <a:xfrm>
              <a:off x="6378162" y="3533575"/>
              <a:ext cx="852000" cy="4968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7"/>
            <p:cNvSpPr/>
            <p:nvPr/>
          </p:nvSpPr>
          <p:spPr>
            <a:xfrm>
              <a:off x="5452100" y="2016250"/>
              <a:ext cx="1764900" cy="1457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7"/>
            <p:cNvSpPr/>
            <p:nvPr/>
          </p:nvSpPr>
          <p:spPr>
            <a:xfrm>
              <a:off x="4475739" y="1675816"/>
              <a:ext cx="2862131" cy="63"/>
            </a:xfrm>
            <a:custGeom>
              <a:avLst/>
              <a:gdLst/>
              <a:ahLst/>
              <a:cxnLst/>
              <a:rect l="l" t="t" r="r" b="b"/>
              <a:pathLst>
                <a:path w="74288" h="1" fill="none" extrusionOk="0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7"/>
            <p:cNvSpPr/>
            <p:nvPr/>
          </p:nvSpPr>
          <p:spPr>
            <a:xfrm>
              <a:off x="4475739" y="1939429"/>
              <a:ext cx="2862131" cy="63"/>
            </a:xfrm>
            <a:custGeom>
              <a:avLst/>
              <a:gdLst/>
              <a:ahLst/>
              <a:cxnLst/>
              <a:rect l="l" t="t" r="r" b="b"/>
              <a:pathLst>
                <a:path w="74288" h="1" fill="none" extrusionOk="0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7"/>
            <p:cNvSpPr/>
            <p:nvPr/>
          </p:nvSpPr>
          <p:spPr>
            <a:xfrm>
              <a:off x="4597962" y="1521103"/>
              <a:ext cx="49706" cy="47821"/>
            </a:xfrm>
            <a:custGeom>
              <a:avLst/>
              <a:gdLst/>
              <a:ahLst/>
              <a:cxnLst/>
              <a:rect l="l" t="t" r="r" b="b"/>
              <a:pathLst>
                <a:path w="791" h="761" fill="none" extrusionOk="0">
                  <a:moveTo>
                    <a:pt x="791" y="396"/>
                  </a:moveTo>
                  <a:cubicBezTo>
                    <a:pt x="791" y="153"/>
                    <a:pt x="608" y="1"/>
                    <a:pt x="396" y="1"/>
                  </a:cubicBezTo>
                  <a:cubicBezTo>
                    <a:pt x="183" y="1"/>
                    <a:pt x="1" y="153"/>
                    <a:pt x="1" y="396"/>
                  </a:cubicBezTo>
                  <a:cubicBezTo>
                    <a:pt x="1" y="609"/>
                    <a:pt x="183" y="761"/>
                    <a:pt x="396" y="761"/>
                  </a:cubicBezTo>
                  <a:cubicBezTo>
                    <a:pt x="608" y="761"/>
                    <a:pt x="791" y="609"/>
                    <a:pt x="791" y="39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7"/>
            <p:cNvSpPr/>
            <p:nvPr/>
          </p:nvSpPr>
          <p:spPr>
            <a:xfrm>
              <a:off x="4704916" y="1521103"/>
              <a:ext cx="49706" cy="47821"/>
            </a:xfrm>
            <a:custGeom>
              <a:avLst/>
              <a:gdLst/>
              <a:ahLst/>
              <a:cxnLst/>
              <a:rect l="l" t="t" r="r" b="b"/>
              <a:pathLst>
                <a:path w="791" h="761" fill="none" extrusionOk="0">
                  <a:moveTo>
                    <a:pt x="791" y="396"/>
                  </a:moveTo>
                  <a:cubicBezTo>
                    <a:pt x="791" y="609"/>
                    <a:pt x="609" y="761"/>
                    <a:pt x="396" y="761"/>
                  </a:cubicBezTo>
                  <a:cubicBezTo>
                    <a:pt x="183" y="761"/>
                    <a:pt x="1" y="609"/>
                    <a:pt x="1" y="396"/>
                  </a:cubicBezTo>
                  <a:cubicBezTo>
                    <a:pt x="1" y="153"/>
                    <a:pt x="183" y="1"/>
                    <a:pt x="396" y="1"/>
                  </a:cubicBezTo>
                  <a:cubicBezTo>
                    <a:pt x="609" y="1"/>
                    <a:pt x="791" y="153"/>
                    <a:pt x="791" y="39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7"/>
            <p:cNvSpPr/>
            <p:nvPr/>
          </p:nvSpPr>
          <p:spPr>
            <a:xfrm>
              <a:off x="4813818" y="1521103"/>
              <a:ext cx="47821" cy="47821"/>
            </a:xfrm>
            <a:custGeom>
              <a:avLst/>
              <a:gdLst/>
              <a:ahLst/>
              <a:cxnLst/>
              <a:rect l="l" t="t" r="r" b="b"/>
              <a:pathLst>
                <a:path w="761" h="761" fill="none" extrusionOk="0">
                  <a:moveTo>
                    <a:pt x="760" y="396"/>
                  </a:moveTo>
                  <a:cubicBezTo>
                    <a:pt x="760" y="609"/>
                    <a:pt x="608" y="761"/>
                    <a:pt x="395" y="761"/>
                  </a:cubicBezTo>
                  <a:cubicBezTo>
                    <a:pt x="183" y="761"/>
                    <a:pt x="0" y="609"/>
                    <a:pt x="0" y="396"/>
                  </a:cubicBezTo>
                  <a:cubicBezTo>
                    <a:pt x="0" y="153"/>
                    <a:pt x="183" y="1"/>
                    <a:pt x="395" y="1"/>
                  </a:cubicBezTo>
                  <a:cubicBezTo>
                    <a:pt x="608" y="1"/>
                    <a:pt x="760" y="153"/>
                    <a:pt x="760" y="39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7"/>
            <p:cNvSpPr/>
            <p:nvPr/>
          </p:nvSpPr>
          <p:spPr>
            <a:xfrm>
              <a:off x="4603681" y="1807654"/>
              <a:ext cx="340090" cy="63"/>
            </a:xfrm>
            <a:custGeom>
              <a:avLst/>
              <a:gdLst/>
              <a:ahLst/>
              <a:cxnLst/>
              <a:rect l="l" t="t" r="r" b="b"/>
              <a:pathLst>
                <a:path w="5412" h="1" fill="none" extrusionOk="0">
                  <a:moveTo>
                    <a:pt x="1" y="0"/>
                  </a:moveTo>
                  <a:lnTo>
                    <a:pt x="5411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7"/>
            <p:cNvSpPr/>
            <p:nvPr/>
          </p:nvSpPr>
          <p:spPr>
            <a:xfrm>
              <a:off x="5117523" y="1807654"/>
              <a:ext cx="338142" cy="63"/>
            </a:xfrm>
            <a:custGeom>
              <a:avLst/>
              <a:gdLst/>
              <a:ahLst/>
              <a:cxnLst/>
              <a:rect l="l" t="t" r="r" b="b"/>
              <a:pathLst>
                <a:path w="5381" h="1" fill="none" extrusionOk="0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7"/>
            <p:cNvSpPr/>
            <p:nvPr/>
          </p:nvSpPr>
          <p:spPr>
            <a:xfrm>
              <a:off x="5629418" y="1807654"/>
              <a:ext cx="338142" cy="63"/>
            </a:xfrm>
            <a:custGeom>
              <a:avLst/>
              <a:gdLst/>
              <a:ahLst/>
              <a:cxnLst/>
              <a:rect l="l" t="t" r="r" b="b"/>
              <a:pathLst>
                <a:path w="5381" h="1" fill="none" extrusionOk="0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7"/>
            <p:cNvSpPr/>
            <p:nvPr/>
          </p:nvSpPr>
          <p:spPr>
            <a:xfrm>
              <a:off x="6141313" y="1807654"/>
              <a:ext cx="340027" cy="63"/>
            </a:xfrm>
            <a:custGeom>
              <a:avLst/>
              <a:gdLst/>
              <a:ahLst/>
              <a:cxnLst/>
              <a:rect l="l" t="t" r="r" b="b"/>
              <a:pathLst>
                <a:path w="5411" h="1" fill="none" extrusionOk="0">
                  <a:moveTo>
                    <a:pt x="0" y="0"/>
                  </a:moveTo>
                  <a:lnTo>
                    <a:pt x="5411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7"/>
            <p:cNvSpPr/>
            <p:nvPr/>
          </p:nvSpPr>
          <p:spPr>
            <a:xfrm>
              <a:off x="5377304" y="1939429"/>
              <a:ext cx="0" cy="2177532"/>
            </a:xfrm>
            <a:custGeom>
              <a:avLst/>
              <a:gdLst/>
              <a:ahLst/>
              <a:cxnLst/>
              <a:rect l="l" t="t" r="r" b="b"/>
              <a:pathLst>
                <a:path h="34652" fill="none" extrusionOk="0">
                  <a:moveTo>
                    <a:pt x="0" y="1"/>
                  </a:moveTo>
                  <a:lnTo>
                    <a:pt x="0" y="3465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7"/>
            <p:cNvSpPr/>
            <p:nvPr/>
          </p:nvSpPr>
          <p:spPr>
            <a:xfrm>
              <a:off x="4475739" y="2327152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1"/>
                  </a:moveTo>
                  <a:lnTo>
                    <a:pt x="14347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7"/>
            <p:cNvSpPr/>
            <p:nvPr/>
          </p:nvSpPr>
          <p:spPr>
            <a:xfrm>
              <a:off x="4475739" y="2714938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7"/>
            <p:cNvSpPr/>
            <p:nvPr/>
          </p:nvSpPr>
          <p:spPr>
            <a:xfrm>
              <a:off x="4475739" y="3100775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7"/>
            <p:cNvSpPr/>
            <p:nvPr/>
          </p:nvSpPr>
          <p:spPr>
            <a:xfrm>
              <a:off x="4475739" y="3488498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7"/>
            <p:cNvSpPr/>
            <p:nvPr/>
          </p:nvSpPr>
          <p:spPr>
            <a:xfrm>
              <a:off x="4475739" y="3874336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7"/>
            <p:cNvSpPr/>
            <p:nvPr/>
          </p:nvSpPr>
          <p:spPr>
            <a:xfrm>
              <a:off x="4808099" y="2101808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0"/>
                  </a:moveTo>
                  <a:lnTo>
                    <a:pt x="7204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7"/>
            <p:cNvSpPr/>
            <p:nvPr/>
          </p:nvSpPr>
          <p:spPr>
            <a:xfrm>
              <a:off x="4808099" y="2164836"/>
              <a:ext cx="362964" cy="63"/>
            </a:xfrm>
            <a:custGeom>
              <a:avLst/>
              <a:gdLst/>
              <a:ahLst/>
              <a:cxnLst/>
              <a:rect l="l" t="t" r="r" b="b"/>
              <a:pathLst>
                <a:path w="5776" h="1" fill="none" extrusionOk="0">
                  <a:moveTo>
                    <a:pt x="0" y="0"/>
                  </a:moveTo>
                  <a:lnTo>
                    <a:pt x="5775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7"/>
            <p:cNvSpPr/>
            <p:nvPr/>
          </p:nvSpPr>
          <p:spPr>
            <a:xfrm>
              <a:off x="4808099" y="2489531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0"/>
                  </a:moveTo>
                  <a:lnTo>
                    <a:pt x="7204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7"/>
            <p:cNvSpPr/>
            <p:nvPr/>
          </p:nvSpPr>
          <p:spPr>
            <a:xfrm>
              <a:off x="4808099" y="2552559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7"/>
            <p:cNvSpPr/>
            <p:nvPr/>
          </p:nvSpPr>
          <p:spPr>
            <a:xfrm>
              <a:off x="4808099" y="2877253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7"/>
            <p:cNvSpPr/>
            <p:nvPr/>
          </p:nvSpPr>
          <p:spPr>
            <a:xfrm>
              <a:off x="4808099" y="2938397"/>
              <a:ext cx="301821" cy="63"/>
            </a:xfrm>
            <a:custGeom>
              <a:avLst/>
              <a:gdLst/>
              <a:ahLst/>
              <a:cxnLst/>
              <a:rect l="l" t="t" r="r" b="b"/>
              <a:pathLst>
                <a:path w="4803" h="1" fill="none" extrusionOk="0">
                  <a:moveTo>
                    <a:pt x="0" y="0"/>
                  </a:moveTo>
                  <a:lnTo>
                    <a:pt x="4803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7"/>
            <p:cNvSpPr/>
            <p:nvPr/>
          </p:nvSpPr>
          <p:spPr>
            <a:xfrm>
              <a:off x="4808099" y="3263091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7"/>
            <p:cNvSpPr/>
            <p:nvPr/>
          </p:nvSpPr>
          <p:spPr>
            <a:xfrm>
              <a:off x="4808099" y="3326120"/>
              <a:ext cx="225407" cy="63"/>
            </a:xfrm>
            <a:custGeom>
              <a:avLst/>
              <a:gdLst/>
              <a:ahLst/>
              <a:cxnLst/>
              <a:rect l="l" t="t" r="r" b="b"/>
              <a:pathLst>
                <a:path w="3587" h="1" fill="none" extrusionOk="0">
                  <a:moveTo>
                    <a:pt x="0" y="1"/>
                  </a:moveTo>
                  <a:lnTo>
                    <a:pt x="3587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7"/>
            <p:cNvSpPr/>
            <p:nvPr/>
          </p:nvSpPr>
          <p:spPr>
            <a:xfrm>
              <a:off x="4808099" y="3650814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7"/>
            <p:cNvSpPr/>
            <p:nvPr/>
          </p:nvSpPr>
          <p:spPr>
            <a:xfrm>
              <a:off x="4808099" y="3711957"/>
              <a:ext cx="362964" cy="63"/>
            </a:xfrm>
            <a:custGeom>
              <a:avLst/>
              <a:gdLst/>
              <a:ahLst/>
              <a:cxnLst/>
              <a:rect l="l" t="t" r="r" b="b"/>
              <a:pathLst>
                <a:path w="5776" h="1" fill="none" extrusionOk="0">
                  <a:moveTo>
                    <a:pt x="0" y="1"/>
                  </a:moveTo>
                  <a:lnTo>
                    <a:pt x="5775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7"/>
            <p:cNvSpPr/>
            <p:nvPr/>
          </p:nvSpPr>
          <p:spPr>
            <a:xfrm>
              <a:off x="5452877" y="3664199"/>
              <a:ext cx="851985" cy="301883"/>
            </a:xfrm>
            <a:custGeom>
              <a:avLst/>
              <a:gdLst/>
              <a:ahLst/>
              <a:cxnLst/>
              <a:rect l="l" t="t" r="r" b="b"/>
              <a:pathLst>
                <a:path w="13558" h="4804" fill="none" extrusionOk="0">
                  <a:moveTo>
                    <a:pt x="1" y="4803"/>
                  </a:moveTo>
                  <a:lnTo>
                    <a:pt x="2706" y="2372"/>
                  </a:lnTo>
                  <a:lnTo>
                    <a:pt x="5259" y="4803"/>
                  </a:lnTo>
                  <a:lnTo>
                    <a:pt x="10487" y="1"/>
                  </a:lnTo>
                  <a:lnTo>
                    <a:pt x="13557" y="304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7"/>
            <p:cNvSpPr/>
            <p:nvPr/>
          </p:nvSpPr>
          <p:spPr>
            <a:xfrm>
              <a:off x="5575941" y="3650814"/>
              <a:ext cx="89798" cy="89861"/>
            </a:xfrm>
            <a:custGeom>
              <a:avLst/>
              <a:gdLst/>
              <a:ahLst/>
              <a:cxnLst/>
              <a:rect l="l" t="t" r="r" b="b"/>
              <a:pathLst>
                <a:path w="1429" h="1430" fill="none" extrusionOk="0">
                  <a:moveTo>
                    <a:pt x="1429" y="730"/>
                  </a:moveTo>
                  <a:cubicBezTo>
                    <a:pt x="142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29" y="1126"/>
                    <a:pt x="1429" y="73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7"/>
            <p:cNvSpPr/>
            <p:nvPr/>
          </p:nvSpPr>
          <p:spPr>
            <a:xfrm>
              <a:off x="6378169" y="3664199"/>
              <a:ext cx="851985" cy="301883"/>
            </a:xfrm>
            <a:custGeom>
              <a:avLst/>
              <a:gdLst/>
              <a:ahLst/>
              <a:cxnLst/>
              <a:rect l="l" t="t" r="r" b="b"/>
              <a:pathLst>
                <a:path w="13558" h="4804" fill="none" extrusionOk="0">
                  <a:moveTo>
                    <a:pt x="1" y="4803"/>
                  </a:moveTo>
                  <a:lnTo>
                    <a:pt x="2675" y="2372"/>
                  </a:lnTo>
                  <a:lnTo>
                    <a:pt x="5259" y="4803"/>
                  </a:lnTo>
                  <a:lnTo>
                    <a:pt x="10457" y="1"/>
                  </a:lnTo>
                  <a:lnTo>
                    <a:pt x="13557" y="304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7"/>
            <p:cNvSpPr/>
            <p:nvPr/>
          </p:nvSpPr>
          <p:spPr>
            <a:xfrm>
              <a:off x="6494662" y="3650814"/>
              <a:ext cx="91746" cy="89861"/>
            </a:xfrm>
            <a:custGeom>
              <a:avLst/>
              <a:gdLst/>
              <a:ahLst/>
              <a:cxnLst/>
              <a:rect l="l" t="t" r="r" b="b"/>
              <a:pathLst>
                <a:path w="1460" h="1430" fill="none" extrusionOk="0">
                  <a:moveTo>
                    <a:pt x="1459" y="730"/>
                  </a:moveTo>
                  <a:cubicBezTo>
                    <a:pt x="145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59" y="1126"/>
                    <a:pt x="1459" y="73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7"/>
            <p:cNvSpPr/>
            <p:nvPr/>
          </p:nvSpPr>
          <p:spPr>
            <a:xfrm>
              <a:off x="6168020" y="2506749"/>
              <a:ext cx="341975" cy="341912"/>
            </a:xfrm>
            <a:custGeom>
              <a:avLst/>
              <a:gdLst/>
              <a:ahLst/>
              <a:cxnLst/>
              <a:rect l="l" t="t" r="r" b="b"/>
              <a:pathLst>
                <a:path w="5442" h="5441" fill="none" extrusionOk="0">
                  <a:moveTo>
                    <a:pt x="5442" y="2705"/>
                  </a:moveTo>
                  <a:cubicBezTo>
                    <a:pt x="5442" y="1216"/>
                    <a:pt x="4226" y="0"/>
                    <a:pt x="2736" y="0"/>
                  </a:cubicBezTo>
                  <a:cubicBezTo>
                    <a:pt x="1217" y="0"/>
                    <a:pt x="1" y="1216"/>
                    <a:pt x="1" y="2705"/>
                  </a:cubicBezTo>
                  <a:cubicBezTo>
                    <a:pt x="1" y="4225"/>
                    <a:pt x="1217" y="5441"/>
                    <a:pt x="2736" y="5441"/>
                  </a:cubicBezTo>
                  <a:cubicBezTo>
                    <a:pt x="4226" y="5441"/>
                    <a:pt x="5442" y="4225"/>
                    <a:pt x="5442" y="270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7"/>
            <p:cNvSpPr/>
            <p:nvPr/>
          </p:nvSpPr>
          <p:spPr>
            <a:xfrm>
              <a:off x="5539620" y="2101808"/>
              <a:ext cx="762186" cy="63"/>
            </a:xfrm>
            <a:custGeom>
              <a:avLst/>
              <a:gdLst/>
              <a:ahLst/>
              <a:cxnLst/>
              <a:rect l="l" t="t" r="r" b="b"/>
              <a:pathLst>
                <a:path w="12129" h="1" fill="none" extrusionOk="0">
                  <a:moveTo>
                    <a:pt x="1" y="0"/>
                  </a:moveTo>
                  <a:lnTo>
                    <a:pt x="12129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7"/>
            <p:cNvSpPr/>
            <p:nvPr/>
          </p:nvSpPr>
          <p:spPr>
            <a:xfrm>
              <a:off x="6279376" y="2595839"/>
              <a:ext cx="150124" cy="163731"/>
            </a:xfrm>
            <a:custGeom>
              <a:avLst/>
              <a:gdLst/>
              <a:ahLst/>
              <a:cxnLst/>
              <a:rect l="l" t="t" r="r" b="b"/>
              <a:pathLst>
                <a:path w="2372" h="2587" extrusionOk="0">
                  <a:moveTo>
                    <a:pt x="70" y="0"/>
                  </a:moveTo>
                  <a:cubicBezTo>
                    <a:pt x="31" y="0"/>
                    <a:pt x="0" y="43"/>
                    <a:pt x="0" y="86"/>
                  </a:cubicBezTo>
                  <a:lnTo>
                    <a:pt x="0" y="2488"/>
                  </a:lnTo>
                  <a:cubicBezTo>
                    <a:pt x="0" y="2537"/>
                    <a:pt x="41" y="2587"/>
                    <a:pt x="89" y="2587"/>
                  </a:cubicBezTo>
                  <a:cubicBezTo>
                    <a:pt x="100" y="2587"/>
                    <a:pt x="111" y="2584"/>
                    <a:pt x="122" y="2579"/>
                  </a:cubicBezTo>
                  <a:lnTo>
                    <a:pt x="2310" y="1363"/>
                  </a:lnTo>
                  <a:cubicBezTo>
                    <a:pt x="2371" y="1332"/>
                    <a:pt x="2371" y="1241"/>
                    <a:pt x="2310" y="1211"/>
                  </a:cubicBezTo>
                  <a:lnTo>
                    <a:pt x="122" y="25"/>
                  </a:lnTo>
                  <a:cubicBezTo>
                    <a:pt x="104" y="8"/>
                    <a:pt x="86" y="0"/>
                    <a:pt x="7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7"/>
            <p:cNvSpPr/>
            <p:nvPr/>
          </p:nvSpPr>
          <p:spPr>
            <a:xfrm>
              <a:off x="4596475" y="2052561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7"/>
            <p:cNvSpPr/>
            <p:nvPr/>
          </p:nvSpPr>
          <p:spPr>
            <a:xfrm>
              <a:off x="4596475" y="2446036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7"/>
            <p:cNvSpPr/>
            <p:nvPr/>
          </p:nvSpPr>
          <p:spPr>
            <a:xfrm>
              <a:off x="4596475" y="2832836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7"/>
            <p:cNvSpPr/>
            <p:nvPr/>
          </p:nvSpPr>
          <p:spPr>
            <a:xfrm>
              <a:off x="4596475" y="3219624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7"/>
            <p:cNvSpPr/>
            <p:nvPr/>
          </p:nvSpPr>
          <p:spPr>
            <a:xfrm>
              <a:off x="4596475" y="3606386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47"/>
          <p:cNvGrpSpPr/>
          <p:nvPr/>
        </p:nvGrpSpPr>
        <p:grpSpPr>
          <a:xfrm>
            <a:off x="5891248" y="1443755"/>
            <a:ext cx="2863019" cy="2707636"/>
            <a:chOff x="4474850" y="1409325"/>
            <a:chExt cx="2863019" cy="2707636"/>
          </a:xfrm>
        </p:grpSpPr>
        <p:sp>
          <p:nvSpPr>
            <p:cNvPr id="666" name="Google Shape;666;p47"/>
            <p:cNvSpPr/>
            <p:nvPr/>
          </p:nvSpPr>
          <p:spPr>
            <a:xfrm>
              <a:off x="4474850" y="1409325"/>
              <a:ext cx="2859900" cy="2707500"/>
            </a:xfrm>
            <a:prstGeom prst="roundRect">
              <a:avLst>
                <a:gd name="adj" fmla="val 485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7"/>
            <p:cNvSpPr/>
            <p:nvPr/>
          </p:nvSpPr>
          <p:spPr>
            <a:xfrm>
              <a:off x="5452870" y="3533575"/>
              <a:ext cx="852000" cy="4968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7"/>
            <p:cNvSpPr/>
            <p:nvPr/>
          </p:nvSpPr>
          <p:spPr>
            <a:xfrm>
              <a:off x="6378162" y="3533575"/>
              <a:ext cx="852000" cy="4968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7"/>
            <p:cNvSpPr/>
            <p:nvPr/>
          </p:nvSpPr>
          <p:spPr>
            <a:xfrm>
              <a:off x="5452100" y="2016250"/>
              <a:ext cx="1764900" cy="14571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7"/>
            <p:cNvSpPr/>
            <p:nvPr/>
          </p:nvSpPr>
          <p:spPr>
            <a:xfrm>
              <a:off x="4475739" y="1675816"/>
              <a:ext cx="2862131" cy="63"/>
            </a:xfrm>
            <a:custGeom>
              <a:avLst/>
              <a:gdLst/>
              <a:ahLst/>
              <a:cxnLst/>
              <a:rect l="l" t="t" r="r" b="b"/>
              <a:pathLst>
                <a:path w="74288" h="1" fill="none" extrusionOk="0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7"/>
            <p:cNvSpPr/>
            <p:nvPr/>
          </p:nvSpPr>
          <p:spPr>
            <a:xfrm>
              <a:off x="4475739" y="1939429"/>
              <a:ext cx="2862131" cy="63"/>
            </a:xfrm>
            <a:custGeom>
              <a:avLst/>
              <a:gdLst/>
              <a:ahLst/>
              <a:cxnLst/>
              <a:rect l="l" t="t" r="r" b="b"/>
              <a:pathLst>
                <a:path w="74288" h="1" fill="none" extrusionOk="0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7"/>
            <p:cNvSpPr/>
            <p:nvPr/>
          </p:nvSpPr>
          <p:spPr>
            <a:xfrm>
              <a:off x="4597962" y="1521103"/>
              <a:ext cx="49706" cy="47821"/>
            </a:xfrm>
            <a:custGeom>
              <a:avLst/>
              <a:gdLst/>
              <a:ahLst/>
              <a:cxnLst/>
              <a:rect l="l" t="t" r="r" b="b"/>
              <a:pathLst>
                <a:path w="791" h="761" fill="none" extrusionOk="0">
                  <a:moveTo>
                    <a:pt x="791" y="396"/>
                  </a:moveTo>
                  <a:cubicBezTo>
                    <a:pt x="791" y="153"/>
                    <a:pt x="608" y="1"/>
                    <a:pt x="396" y="1"/>
                  </a:cubicBezTo>
                  <a:cubicBezTo>
                    <a:pt x="183" y="1"/>
                    <a:pt x="1" y="153"/>
                    <a:pt x="1" y="396"/>
                  </a:cubicBezTo>
                  <a:cubicBezTo>
                    <a:pt x="1" y="609"/>
                    <a:pt x="183" y="761"/>
                    <a:pt x="396" y="761"/>
                  </a:cubicBezTo>
                  <a:cubicBezTo>
                    <a:pt x="608" y="761"/>
                    <a:pt x="791" y="609"/>
                    <a:pt x="791" y="39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7"/>
            <p:cNvSpPr/>
            <p:nvPr/>
          </p:nvSpPr>
          <p:spPr>
            <a:xfrm>
              <a:off x="4704916" y="1521103"/>
              <a:ext cx="49706" cy="47821"/>
            </a:xfrm>
            <a:custGeom>
              <a:avLst/>
              <a:gdLst/>
              <a:ahLst/>
              <a:cxnLst/>
              <a:rect l="l" t="t" r="r" b="b"/>
              <a:pathLst>
                <a:path w="791" h="761" fill="none" extrusionOk="0">
                  <a:moveTo>
                    <a:pt x="791" y="396"/>
                  </a:moveTo>
                  <a:cubicBezTo>
                    <a:pt x="791" y="609"/>
                    <a:pt x="609" y="761"/>
                    <a:pt x="396" y="761"/>
                  </a:cubicBezTo>
                  <a:cubicBezTo>
                    <a:pt x="183" y="761"/>
                    <a:pt x="1" y="609"/>
                    <a:pt x="1" y="396"/>
                  </a:cubicBezTo>
                  <a:cubicBezTo>
                    <a:pt x="1" y="153"/>
                    <a:pt x="183" y="1"/>
                    <a:pt x="396" y="1"/>
                  </a:cubicBezTo>
                  <a:cubicBezTo>
                    <a:pt x="609" y="1"/>
                    <a:pt x="791" y="153"/>
                    <a:pt x="791" y="39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7"/>
            <p:cNvSpPr/>
            <p:nvPr/>
          </p:nvSpPr>
          <p:spPr>
            <a:xfrm>
              <a:off x="4813818" y="1521103"/>
              <a:ext cx="47821" cy="47821"/>
            </a:xfrm>
            <a:custGeom>
              <a:avLst/>
              <a:gdLst/>
              <a:ahLst/>
              <a:cxnLst/>
              <a:rect l="l" t="t" r="r" b="b"/>
              <a:pathLst>
                <a:path w="761" h="761" fill="none" extrusionOk="0">
                  <a:moveTo>
                    <a:pt x="760" y="396"/>
                  </a:moveTo>
                  <a:cubicBezTo>
                    <a:pt x="760" y="609"/>
                    <a:pt x="608" y="761"/>
                    <a:pt x="395" y="761"/>
                  </a:cubicBezTo>
                  <a:cubicBezTo>
                    <a:pt x="183" y="761"/>
                    <a:pt x="0" y="609"/>
                    <a:pt x="0" y="396"/>
                  </a:cubicBezTo>
                  <a:cubicBezTo>
                    <a:pt x="0" y="153"/>
                    <a:pt x="183" y="1"/>
                    <a:pt x="395" y="1"/>
                  </a:cubicBezTo>
                  <a:cubicBezTo>
                    <a:pt x="608" y="1"/>
                    <a:pt x="760" y="153"/>
                    <a:pt x="760" y="39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7"/>
            <p:cNvSpPr/>
            <p:nvPr/>
          </p:nvSpPr>
          <p:spPr>
            <a:xfrm>
              <a:off x="4603681" y="1807654"/>
              <a:ext cx="340090" cy="63"/>
            </a:xfrm>
            <a:custGeom>
              <a:avLst/>
              <a:gdLst/>
              <a:ahLst/>
              <a:cxnLst/>
              <a:rect l="l" t="t" r="r" b="b"/>
              <a:pathLst>
                <a:path w="5412" h="1" fill="none" extrusionOk="0">
                  <a:moveTo>
                    <a:pt x="1" y="0"/>
                  </a:moveTo>
                  <a:lnTo>
                    <a:pt x="541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7"/>
            <p:cNvSpPr/>
            <p:nvPr/>
          </p:nvSpPr>
          <p:spPr>
            <a:xfrm>
              <a:off x="5117523" y="1807654"/>
              <a:ext cx="338142" cy="63"/>
            </a:xfrm>
            <a:custGeom>
              <a:avLst/>
              <a:gdLst/>
              <a:ahLst/>
              <a:cxnLst/>
              <a:rect l="l" t="t" r="r" b="b"/>
              <a:pathLst>
                <a:path w="5381" h="1" fill="none" extrusionOk="0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7"/>
            <p:cNvSpPr/>
            <p:nvPr/>
          </p:nvSpPr>
          <p:spPr>
            <a:xfrm>
              <a:off x="5629418" y="1807654"/>
              <a:ext cx="338142" cy="63"/>
            </a:xfrm>
            <a:custGeom>
              <a:avLst/>
              <a:gdLst/>
              <a:ahLst/>
              <a:cxnLst/>
              <a:rect l="l" t="t" r="r" b="b"/>
              <a:pathLst>
                <a:path w="5381" h="1" fill="none" extrusionOk="0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7"/>
            <p:cNvSpPr/>
            <p:nvPr/>
          </p:nvSpPr>
          <p:spPr>
            <a:xfrm>
              <a:off x="6141313" y="1807654"/>
              <a:ext cx="340027" cy="63"/>
            </a:xfrm>
            <a:custGeom>
              <a:avLst/>
              <a:gdLst/>
              <a:ahLst/>
              <a:cxnLst/>
              <a:rect l="l" t="t" r="r" b="b"/>
              <a:pathLst>
                <a:path w="5411" h="1" fill="none" extrusionOk="0">
                  <a:moveTo>
                    <a:pt x="0" y="0"/>
                  </a:moveTo>
                  <a:lnTo>
                    <a:pt x="5411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7"/>
            <p:cNvSpPr/>
            <p:nvPr/>
          </p:nvSpPr>
          <p:spPr>
            <a:xfrm>
              <a:off x="5377304" y="1939429"/>
              <a:ext cx="0" cy="2177532"/>
            </a:xfrm>
            <a:custGeom>
              <a:avLst/>
              <a:gdLst/>
              <a:ahLst/>
              <a:cxnLst/>
              <a:rect l="l" t="t" r="r" b="b"/>
              <a:pathLst>
                <a:path h="34652" fill="none" extrusionOk="0">
                  <a:moveTo>
                    <a:pt x="0" y="1"/>
                  </a:moveTo>
                  <a:lnTo>
                    <a:pt x="0" y="3465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7"/>
            <p:cNvSpPr/>
            <p:nvPr/>
          </p:nvSpPr>
          <p:spPr>
            <a:xfrm>
              <a:off x="4475739" y="2327152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1"/>
                  </a:moveTo>
                  <a:lnTo>
                    <a:pt x="14347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7"/>
            <p:cNvSpPr/>
            <p:nvPr/>
          </p:nvSpPr>
          <p:spPr>
            <a:xfrm>
              <a:off x="4475739" y="2714938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7"/>
            <p:cNvSpPr/>
            <p:nvPr/>
          </p:nvSpPr>
          <p:spPr>
            <a:xfrm>
              <a:off x="4475739" y="3100775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7"/>
            <p:cNvSpPr/>
            <p:nvPr/>
          </p:nvSpPr>
          <p:spPr>
            <a:xfrm>
              <a:off x="4475739" y="3488498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7"/>
            <p:cNvSpPr/>
            <p:nvPr/>
          </p:nvSpPr>
          <p:spPr>
            <a:xfrm>
              <a:off x="4475739" y="3874336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7"/>
            <p:cNvSpPr/>
            <p:nvPr/>
          </p:nvSpPr>
          <p:spPr>
            <a:xfrm>
              <a:off x="4808099" y="2101808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0"/>
                  </a:moveTo>
                  <a:lnTo>
                    <a:pt x="7204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7"/>
            <p:cNvSpPr/>
            <p:nvPr/>
          </p:nvSpPr>
          <p:spPr>
            <a:xfrm>
              <a:off x="4808099" y="2164836"/>
              <a:ext cx="362964" cy="63"/>
            </a:xfrm>
            <a:custGeom>
              <a:avLst/>
              <a:gdLst/>
              <a:ahLst/>
              <a:cxnLst/>
              <a:rect l="l" t="t" r="r" b="b"/>
              <a:pathLst>
                <a:path w="5776" h="1" fill="none" extrusionOk="0">
                  <a:moveTo>
                    <a:pt x="0" y="0"/>
                  </a:moveTo>
                  <a:lnTo>
                    <a:pt x="5775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7"/>
            <p:cNvSpPr/>
            <p:nvPr/>
          </p:nvSpPr>
          <p:spPr>
            <a:xfrm>
              <a:off x="4808099" y="2489531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0"/>
                  </a:moveTo>
                  <a:lnTo>
                    <a:pt x="7204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7"/>
            <p:cNvSpPr/>
            <p:nvPr/>
          </p:nvSpPr>
          <p:spPr>
            <a:xfrm>
              <a:off x="4808099" y="2552559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7"/>
            <p:cNvSpPr/>
            <p:nvPr/>
          </p:nvSpPr>
          <p:spPr>
            <a:xfrm>
              <a:off x="4808099" y="2877253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7"/>
            <p:cNvSpPr/>
            <p:nvPr/>
          </p:nvSpPr>
          <p:spPr>
            <a:xfrm>
              <a:off x="4808099" y="2938397"/>
              <a:ext cx="301821" cy="63"/>
            </a:xfrm>
            <a:custGeom>
              <a:avLst/>
              <a:gdLst/>
              <a:ahLst/>
              <a:cxnLst/>
              <a:rect l="l" t="t" r="r" b="b"/>
              <a:pathLst>
                <a:path w="4803" h="1" fill="none" extrusionOk="0">
                  <a:moveTo>
                    <a:pt x="0" y="0"/>
                  </a:moveTo>
                  <a:lnTo>
                    <a:pt x="480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7"/>
            <p:cNvSpPr/>
            <p:nvPr/>
          </p:nvSpPr>
          <p:spPr>
            <a:xfrm>
              <a:off x="4808099" y="3263091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7"/>
            <p:cNvSpPr/>
            <p:nvPr/>
          </p:nvSpPr>
          <p:spPr>
            <a:xfrm>
              <a:off x="4808099" y="3326120"/>
              <a:ext cx="225407" cy="63"/>
            </a:xfrm>
            <a:custGeom>
              <a:avLst/>
              <a:gdLst/>
              <a:ahLst/>
              <a:cxnLst/>
              <a:rect l="l" t="t" r="r" b="b"/>
              <a:pathLst>
                <a:path w="3587" h="1" fill="none" extrusionOk="0">
                  <a:moveTo>
                    <a:pt x="0" y="1"/>
                  </a:moveTo>
                  <a:lnTo>
                    <a:pt x="3587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7"/>
            <p:cNvSpPr/>
            <p:nvPr/>
          </p:nvSpPr>
          <p:spPr>
            <a:xfrm>
              <a:off x="4808099" y="3650814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7"/>
            <p:cNvSpPr/>
            <p:nvPr/>
          </p:nvSpPr>
          <p:spPr>
            <a:xfrm>
              <a:off x="4808099" y="3711957"/>
              <a:ext cx="362964" cy="63"/>
            </a:xfrm>
            <a:custGeom>
              <a:avLst/>
              <a:gdLst/>
              <a:ahLst/>
              <a:cxnLst/>
              <a:rect l="l" t="t" r="r" b="b"/>
              <a:pathLst>
                <a:path w="5776" h="1" fill="none" extrusionOk="0">
                  <a:moveTo>
                    <a:pt x="0" y="1"/>
                  </a:moveTo>
                  <a:lnTo>
                    <a:pt x="5775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7"/>
            <p:cNvSpPr/>
            <p:nvPr/>
          </p:nvSpPr>
          <p:spPr>
            <a:xfrm>
              <a:off x="5452877" y="3664199"/>
              <a:ext cx="851985" cy="301883"/>
            </a:xfrm>
            <a:custGeom>
              <a:avLst/>
              <a:gdLst/>
              <a:ahLst/>
              <a:cxnLst/>
              <a:rect l="l" t="t" r="r" b="b"/>
              <a:pathLst>
                <a:path w="13558" h="4804" fill="none" extrusionOk="0">
                  <a:moveTo>
                    <a:pt x="1" y="4803"/>
                  </a:moveTo>
                  <a:lnTo>
                    <a:pt x="2706" y="2372"/>
                  </a:lnTo>
                  <a:lnTo>
                    <a:pt x="5259" y="4803"/>
                  </a:lnTo>
                  <a:lnTo>
                    <a:pt x="10487" y="1"/>
                  </a:lnTo>
                  <a:lnTo>
                    <a:pt x="13557" y="304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7"/>
            <p:cNvSpPr/>
            <p:nvPr/>
          </p:nvSpPr>
          <p:spPr>
            <a:xfrm>
              <a:off x="5575941" y="3650814"/>
              <a:ext cx="89798" cy="89861"/>
            </a:xfrm>
            <a:custGeom>
              <a:avLst/>
              <a:gdLst/>
              <a:ahLst/>
              <a:cxnLst/>
              <a:rect l="l" t="t" r="r" b="b"/>
              <a:pathLst>
                <a:path w="1429" h="1430" fill="none" extrusionOk="0">
                  <a:moveTo>
                    <a:pt x="1429" y="730"/>
                  </a:moveTo>
                  <a:cubicBezTo>
                    <a:pt x="142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29" y="1126"/>
                    <a:pt x="1429" y="73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7"/>
            <p:cNvSpPr/>
            <p:nvPr/>
          </p:nvSpPr>
          <p:spPr>
            <a:xfrm>
              <a:off x="6378169" y="3664199"/>
              <a:ext cx="851985" cy="301883"/>
            </a:xfrm>
            <a:custGeom>
              <a:avLst/>
              <a:gdLst/>
              <a:ahLst/>
              <a:cxnLst/>
              <a:rect l="l" t="t" r="r" b="b"/>
              <a:pathLst>
                <a:path w="13558" h="4804" fill="none" extrusionOk="0">
                  <a:moveTo>
                    <a:pt x="1" y="4803"/>
                  </a:moveTo>
                  <a:lnTo>
                    <a:pt x="2675" y="2372"/>
                  </a:lnTo>
                  <a:lnTo>
                    <a:pt x="5259" y="4803"/>
                  </a:lnTo>
                  <a:lnTo>
                    <a:pt x="10457" y="1"/>
                  </a:lnTo>
                  <a:lnTo>
                    <a:pt x="13557" y="304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7"/>
            <p:cNvSpPr/>
            <p:nvPr/>
          </p:nvSpPr>
          <p:spPr>
            <a:xfrm>
              <a:off x="6494662" y="3650814"/>
              <a:ext cx="91746" cy="89861"/>
            </a:xfrm>
            <a:custGeom>
              <a:avLst/>
              <a:gdLst/>
              <a:ahLst/>
              <a:cxnLst/>
              <a:rect l="l" t="t" r="r" b="b"/>
              <a:pathLst>
                <a:path w="1460" h="1430" fill="none" extrusionOk="0">
                  <a:moveTo>
                    <a:pt x="1459" y="730"/>
                  </a:moveTo>
                  <a:cubicBezTo>
                    <a:pt x="145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59" y="1126"/>
                    <a:pt x="1459" y="73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7"/>
            <p:cNvSpPr/>
            <p:nvPr/>
          </p:nvSpPr>
          <p:spPr>
            <a:xfrm>
              <a:off x="6168020" y="2506749"/>
              <a:ext cx="341975" cy="341912"/>
            </a:xfrm>
            <a:custGeom>
              <a:avLst/>
              <a:gdLst/>
              <a:ahLst/>
              <a:cxnLst/>
              <a:rect l="l" t="t" r="r" b="b"/>
              <a:pathLst>
                <a:path w="5442" h="5441" fill="none" extrusionOk="0">
                  <a:moveTo>
                    <a:pt x="5442" y="2705"/>
                  </a:moveTo>
                  <a:cubicBezTo>
                    <a:pt x="5442" y="1216"/>
                    <a:pt x="4226" y="0"/>
                    <a:pt x="2736" y="0"/>
                  </a:cubicBezTo>
                  <a:cubicBezTo>
                    <a:pt x="1217" y="0"/>
                    <a:pt x="1" y="1216"/>
                    <a:pt x="1" y="2705"/>
                  </a:cubicBezTo>
                  <a:cubicBezTo>
                    <a:pt x="1" y="4225"/>
                    <a:pt x="1217" y="5441"/>
                    <a:pt x="2736" y="5441"/>
                  </a:cubicBezTo>
                  <a:cubicBezTo>
                    <a:pt x="4226" y="5441"/>
                    <a:pt x="5442" y="4225"/>
                    <a:pt x="5442" y="270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7"/>
            <p:cNvSpPr/>
            <p:nvPr/>
          </p:nvSpPr>
          <p:spPr>
            <a:xfrm>
              <a:off x="5539620" y="2101808"/>
              <a:ext cx="762186" cy="63"/>
            </a:xfrm>
            <a:custGeom>
              <a:avLst/>
              <a:gdLst/>
              <a:ahLst/>
              <a:cxnLst/>
              <a:rect l="l" t="t" r="r" b="b"/>
              <a:pathLst>
                <a:path w="12129" h="1" fill="none" extrusionOk="0">
                  <a:moveTo>
                    <a:pt x="1" y="0"/>
                  </a:moveTo>
                  <a:lnTo>
                    <a:pt x="12129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7"/>
            <p:cNvSpPr/>
            <p:nvPr/>
          </p:nvSpPr>
          <p:spPr>
            <a:xfrm>
              <a:off x="6279376" y="2595839"/>
              <a:ext cx="150124" cy="163731"/>
            </a:xfrm>
            <a:custGeom>
              <a:avLst/>
              <a:gdLst/>
              <a:ahLst/>
              <a:cxnLst/>
              <a:rect l="l" t="t" r="r" b="b"/>
              <a:pathLst>
                <a:path w="2372" h="2587" extrusionOk="0">
                  <a:moveTo>
                    <a:pt x="70" y="0"/>
                  </a:moveTo>
                  <a:cubicBezTo>
                    <a:pt x="31" y="0"/>
                    <a:pt x="0" y="43"/>
                    <a:pt x="0" y="86"/>
                  </a:cubicBezTo>
                  <a:lnTo>
                    <a:pt x="0" y="2488"/>
                  </a:lnTo>
                  <a:cubicBezTo>
                    <a:pt x="0" y="2537"/>
                    <a:pt x="41" y="2587"/>
                    <a:pt x="89" y="2587"/>
                  </a:cubicBezTo>
                  <a:cubicBezTo>
                    <a:pt x="100" y="2587"/>
                    <a:pt x="111" y="2584"/>
                    <a:pt x="122" y="2579"/>
                  </a:cubicBezTo>
                  <a:lnTo>
                    <a:pt x="2310" y="1363"/>
                  </a:lnTo>
                  <a:cubicBezTo>
                    <a:pt x="2371" y="1332"/>
                    <a:pt x="2371" y="1241"/>
                    <a:pt x="2310" y="1211"/>
                  </a:cubicBezTo>
                  <a:lnTo>
                    <a:pt x="122" y="25"/>
                  </a:lnTo>
                  <a:cubicBezTo>
                    <a:pt x="104" y="8"/>
                    <a:pt x="86" y="0"/>
                    <a:pt x="7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7"/>
            <p:cNvSpPr/>
            <p:nvPr/>
          </p:nvSpPr>
          <p:spPr>
            <a:xfrm>
              <a:off x="4596475" y="2052561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7"/>
            <p:cNvSpPr/>
            <p:nvPr/>
          </p:nvSpPr>
          <p:spPr>
            <a:xfrm>
              <a:off x="4596475" y="2446036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7"/>
            <p:cNvSpPr/>
            <p:nvPr/>
          </p:nvSpPr>
          <p:spPr>
            <a:xfrm>
              <a:off x="4596475" y="2832836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7"/>
            <p:cNvSpPr/>
            <p:nvPr/>
          </p:nvSpPr>
          <p:spPr>
            <a:xfrm>
              <a:off x="4596475" y="3219624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7"/>
            <p:cNvSpPr/>
            <p:nvPr/>
          </p:nvSpPr>
          <p:spPr>
            <a:xfrm>
              <a:off x="4596475" y="3606386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7" name="Google Shape;707;p47"/>
          <p:cNvSpPr txBox="1">
            <a:spLocks noGrp="1"/>
          </p:cNvSpPr>
          <p:nvPr>
            <p:ph type="title"/>
          </p:nvPr>
        </p:nvSpPr>
        <p:spPr>
          <a:xfrm>
            <a:off x="679867" y="1280709"/>
            <a:ext cx="3602700" cy="58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Proposta de Valor</a:t>
            </a:r>
            <a:endParaRPr dirty="0"/>
          </a:p>
        </p:txBody>
      </p:sp>
      <p:sp>
        <p:nvSpPr>
          <p:cNvPr id="708" name="Google Shape;708;p47"/>
          <p:cNvSpPr txBox="1">
            <a:spLocks noGrp="1"/>
          </p:cNvSpPr>
          <p:nvPr>
            <p:ph type="body" idx="1"/>
          </p:nvPr>
        </p:nvSpPr>
        <p:spPr>
          <a:xfrm>
            <a:off x="143624" y="1925536"/>
            <a:ext cx="4780467" cy="2657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 algn="just">
              <a:buNone/>
            </a:pPr>
            <a:r>
              <a:rPr lang="pt-BR" sz="1200" dirty="0"/>
              <a:t>Nossa proposta é oferecer uma experiência simples, rápida e inclusiva para qualquer perfil de jogador. O sistema permite:</a:t>
            </a:r>
          </a:p>
          <a:p>
            <a:pPr marL="127000" indent="0" algn="just">
              <a:buNone/>
            </a:pPr>
            <a:endParaRPr lang="pt-BR" sz="1200" dirty="0"/>
          </a:p>
          <a:p>
            <a:pPr algn="just"/>
            <a:r>
              <a:rPr lang="pt-BR" sz="1200" dirty="0"/>
              <a:t>Busca inteligente de jogos;</a:t>
            </a:r>
          </a:p>
          <a:p>
            <a:pPr algn="just"/>
            <a:r>
              <a:rPr lang="pt-BR" sz="1200" dirty="0"/>
              <a:t>Filtros organizados;</a:t>
            </a:r>
          </a:p>
          <a:p>
            <a:pPr algn="just"/>
            <a:r>
              <a:rPr lang="pt-BR" sz="1200" dirty="0"/>
              <a:t>Carrinho de compras;</a:t>
            </a:r>
          </a:p>
          <a:p>
            <a:pPr algn="just"/>
            <a:r>
              <a:rPr lang="pt-BR" sz="1200" dirty="0"/>
              <a:t>Avaliações;</a:t>
            </a:r>
          </a:p>
          <a:p>
            <a:pPr algn="just"/>
            <a:r>
              <a:rPr lang="pt-BR" sz="1200" dirty="0"/>
              <a:t>Histórico de pedidos;</a:t>
            </a:r>
          </a:p>
          <a:p>
            <a:pPr algn="just"/>
            <a:r>
              <a:rPr lang="pt-BR" sz="1200" dirty="0"/>
              <a:t>Navegação acessível.</a:t>
            </a:r>
          </a:p>
          <a:p>
            <a:pPr marL="127000" indent="0" algn="just">
              <a:buNone/>
            </a:pPr>
            <a:endParaRPr lang="pt-BR" sz="1200" dirty="0"/>
          </a:p>
          <a:p>
            <a:pPr marL="127000" indent="0" algn="just">
              <a:buNone/>
            </a:pPr>
            <a:r>
              <a:rPr lang="pt-BR" sz="1200" dirty="0"/>
              <a:t>Tudo isso em uma interface inspirada em plataformas reais do mercado.</a:t>
            </a:r>
          </a:p>
          <a:p>
            <a:pPr marL="127000" indent="0" algn="just">
              <a:buNone/>
            </a:pPr>
            <a:endParaRPr lang="pt-BR" sz="1200" dirty="0"/>
          </a:p>
          <a:p>
            <a:pPr marL="127000" indent="0" algn="just">
              <a:buNone/>
            </a:pPr>
            <a:endParaRPr sz="1200" dirty="0"/>
          </a:p>
        </p:txBody>
      </p:sp>
      <p:grpSp>
        <p:nvGrpSpPr>
          <p:cNvPr id="709" name="Google Shape;709;p47"/>
          <p:cNvGrpSpPr/>
          <p:nvPr/>
        </p:nvGrpSpPr>
        <p:grpSpPr>
          <a:xfrm>
            <a:off x="5169760" y="1045355"/>
            <a:ext cx="2863019" cy="2707636"/>
            <a:chOff x="4474850" y="1409325"/>
            <a:chExt cx="2863019" cy="2707636"/>
          </a:xfrm>
        </p:grpSpPr>
        <p:sp>
          <p:nvSpPr>
            <p:cNvPr id="710" name="Google Shape;710;p47"/>
            <p:cNvSpPr/>
            <p:nvPr/>
          </p:nvSpPr>
          <p:spPr>
            <a:xfrm>
              <a:off x="4474850" y="1409325"/>
              <a:ext cx="2859900" cy="2707500"/>
            </a:xfrm>
            <a:prstGeom prst="roundRect">
              <a:avLst>
                <a:gd name="adj" fmla="val 485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7"/>
            <p:cNvSpPr/>
            <p:nvPr/>
          </p:nvSpPr>
          <p:spPr>
            <a:xfrm>
              <a:off x="5452870" y="3533575"/>
              <a:ext cx="852000" cy="4968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7"/>
            <p:cNvSpPr/>
            <p:nvPr/>
          </p:nvSpPr>
          <p:spPr>
            <a:xfrm>
              <a:off x="6378162" y="3533575"/>
              <a:ext cx="852000" cy="4968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7"/>
            <p:cNvSpPr/>
            <p:nvPr/>
          </p:nvSpPr>
          <p:spPr>
            <a:xfrm>
              <a:off x="5452100" y="2016250"/>
              <a:ext cx="1764900" cy="1457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7"/>
            <p:cNvSpPr/>
            <p:nvPr/>
          </p:nvSpPr>
          <p:spPr>
            <a:xfrm>
              <a:off x="4475739" y="1675816"/>
              <a:ext cx="2862131" cy="63"/>
            </a:xfrm>
            <a:custGeom>
              <a:avLst/>
              <a:gdLst/>
              <a:ahLst/>
              <a:cxnLst/>
              <a:rect l="l" t="t" r="r" b="b"/>
              <a:pathLst>
                <a:path w="74288" h="1" fill="none" extrusionOk="0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7"/>
            <p:cNvSpPr/>
            <p:nvPr/>
          </p:nvSpPr>
          <p:spPr>
            <a:xfrm>
              <a:off x="4475739" y="1939429"/>
              <a:ext cx="2862131" cy="63"/>
            </a:xfrm>
            <a:custGeom>
              <a:avLst/>
              <a:gdLst/>
              <a:ahLst/>
              <a:cxnLst/>
              <a:rect l="l" t="t" r="r" b="b"/>
              <a:pathLst>
                <a:path w="74288" h="1" fill="none" extrusionOk="0">
                  <a:moveTo>
                    <a:pt x="0" y="1"/>
                  </a:moveTo>
                  <a:lnTo>
                    <a:pt x="74287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7"/>
            <p:cNvSpPr/>
            <p:nvPr/>
          </p:nvSpPr>
          <p:spPr>
            <a:xfrm>
              <a:off x="4597962" y="1521103"/>
              <a:ext cx="49706" cy="47821"/>
            </a:xfrm>
            <a:custGeom>
              <a:avLst/>
              <a:gdLst/>
              <a:ahLst/>
              <a:cxnLst/>
              <a:rect l="l" t="t" r="r" b="b"/>
              <a:pathLst>
                <a:path w="791" h="761" fill="none" extrusionOk="0">
                  <a:moveTo>
                    <a:pt x="791" y="396"/>
                  </a:moveTo>
                  <a:cubicBezTo>
                    <a:pt x="791" y="153"/>
                    <a:pt x="608" y="1"/>
                    <a:pt x="396" y="1"/>
                  </a:cubicBezTo>
                  <a:cubicBezTo>
                    <a:pt x="183" y="1"/>
                    <a:pt x="1" y="153"/>
                    <a:pt x="1" y="396"/>
                  </a:cubicBezTo>
                  <a:cubicBezTo>
                    <a:pt x="1" y="609"/>
                    <a:pt x="183" y="761"/>
                    <a:pt x="396" y="761"/>
                  </a:cubicBezTo>
                  <a:cubicBezTo>
                    <a:pt x="608" y="761"/>
                    <a:pt x="791" y="609"/>
                    <a:pt x="791" y="39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7"/>
            <p:cNvSpPr/>
            <p:nvPr/>
          </p:nvSpPr>
          <p:spPr>
            <a:xfrm>
              <a:off x="4704916" y="1521103"/>
              <a:ext cx="49706" cy="47821"/>
            </a:xfrm>
            <a:custGeom>
              <a:avLst/>
              <a:gdLst/>
              <a:ahLst/>
              <a:cxnLst/>
              <a:rect l="l" t="t" r="r" b="b"/>
              <a:pathLst>
                <a:path w="791" h="761" fill="none" extrusionOk="0">
                  <a:moveTo>
                    <a:pt x="791" y="396"/>
                  </a:moveTo>
                  <a:cubicBezTo>
                    <a:pt x="791" y="609"/>
                    <a:pt x="609" y="761"/>
                    <a:pt x="396" y="761"/>
                  </a:cubicBezTo>
                  <a:cubicBezTo>
                    <a:pt x="183" y="761"/>
                    <a:pt x="1" y="609"/>
                    <a:pt x="1" y="396"/>
                  </a:cubicBezTo>
                  <a:cubicBezTo>
                    <a:pt x="1" y="153"/>
                    <a:pt x="183" y="1"/>
                    <a:pt x="396" y="1"/>
                  </a:cubicBezTo>
                  <a:cubicBezTo>
                    <a:pt x="609" y="1"/>
                    <a:pt x="791" y="153"/>
                    <a:pt x="791" y="39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7"/>
            <p:cNvSpPr/>
            <p:nvPr/>
          </p:nvSpPr>
          <p:spPr>
            <a:xfrm>
              <a:off x="4813818" y="1521103"/>
              <a:ext cx="47821" cy="47821"/>
            </a:xfrm>
            <a:custGeom>
              <a:avLst/>
              <a:gdLst/>
              <a:ahLst/>
              <a:cxnLst/>
              <a:rect l="l" t="t" r="r" b="b"/>
              <a:pathLst>
                <a:path w="761" h="761" fill="none" extrusionOk="0">
                  <a:moveTo>
                    <a:pt x="760" y="396"/>
                  </a:moveTo>
                  <a:cubicBezTo>
                    <a:pt x="760" y="609"/>
                    <a:pt x="608" y="761"/>
                    <a:pt x="395" y="761"/>
                  </a:cubicBezTo>
                  <a:cubicBezTo>
                    <a:pt x="183" y="761"/>
                    <a:pt x="0" y="609"/>
                    <a:pt x="0" y="396"/>
                  </a:cubicBezTo>
                  <a:cubicBezTo>
                    <a:pt x="0" y="153"/>
                    <a:pt x="183" y="1"/>
                    <a:pt x="395" y="1"/>
                  </a:cubicBezTo>
                  <a:cubicBezTo>
                    <a:pt x="608" y="1"/>
                    <a:pt x="760" y="153"/>
                    <a:pt x="760" y="39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7"/>
            <p:cNvSpPr/>
            <p:nvPr/>
          </p:nvSpPr>
          <p:spPr>
            <a:xfrm>
              <a:off x="4603681" y="1807654"/>
              <a:ext cx="340090" cy="63"/>
            </a:xfrm>
            <a:custGeom>
              <a:avLst/>
              <a:gdLst/>
              <a:ahLst/>
              <a:cxnLst/>
              <a:rect l="l" t="t" r="r" b="b"/>
              <a:pathLst>
                <a:path w="5412" h="1" fill="none" extrusionOk="0">
                  <a:moveTo>
                    <a:pt x="1" y="0"/>
                  </a:moveTo>
                  <a:lnTo>
                    <a:pt x="5411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7"/>
            <p:cNvSpPr/>
            <p:nvPr/>
          </p:nvSpPr>
          <p:spPr>
            <a:xfrm>
              <a:off x="5117523" y="1807654"/>
              <a:ext cx="338142" cy="63"/>
            </a:xfrm>
            <a:custGeom>
              <a:avLst/>
              <a:gdLst/>
              <a:ahLst/>
              <a:cxnLst/>
              <a:rect l="l" t="t" r="r" b="b"/>
              <a:pathLst>
                <a:path w="5381" h="1" fill="none" extrusionOk="0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7"/>
            <p:cNvSpPr/>
            <p:nvPr/>
          </p:nvSpPr>
          <p:spPr>
            <a:xfrm>
              <a:off x="5629418" y="1807654"/>
              <a:ext cx="338142" cy="63"/>
            </a:xfrm>
            <a:custGeom>
              <a:avLst/>
              <a:gdLst/>
              <a:ahLst/>
              <a:cxnLst/>
              <a:rect l="l" t="t" r="r" b="b"/>
              <a:pathLst>
                <a:path w="5381" h="1" fill="none" extrusionOk="0">
                  <a:moveTo>
                    <a:pt x="0" y="0"/>
                  </a:moveTo>
                  <a:lnTo>
                    <a:pt x="5380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7"/>
            <p:cNvSpPr/>
            <p:nvPr/>
          </p:nvSpPr>
          <p:spPr>
            <a:xfrm>
              <a:off x="6141313" y="1807654"/>
              <a:ext cx="340027" cy="63"/>
            </a:xfrm>
            <a:custGeom>
              <a:avLst/>
              <a:gdLst/>
              <a:ahLst/>
              <a:cxnLst/>
              <a:rect l="l" t="t" r="r" b="b"/>
              <a:pathLst>
                <a:path w="5411" h="1" fill="none" extrusionOk="0">
                  <a:moveTo>
                    <a:pt x="0" y="0"/>
                  </a:moveTo>
                  <a:lnTo>
                    <a:pt x="5411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7"/>
            <p:cNvSpPr/>
            <p:nvPr/>
          </p:nvSpPr>
          <p:spPr>
            <a:xfrm>
              <a:off x="5377304" y="1939429"/>
              <a:ext cx="0" cy="2177532"/>
            </a:xfrm>
            <a:custGeom>
              <a:avLst/>
              <a:gdLst/>
              <a:ahLst/>
              <a:cxnLst/>
              <a:rect l="l" t="t" r="r" b="b"/>
              <a:pathLst>
                <a:path h="34652" fill="none" extrusionOk="0">
                  <a:moveTo>
                    <a:pt x="0" y="1"/>
                  </a:moveTo>
                  <a:lnTo>
                    <a:pt x="0" y="3465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7"/>
            <p:cNvSpPr/>
            <p:nvPr/>
          </p:nvSpPr>
          <p:spPr>
            <a:xfrm>
              <a:off x="4475739" y="2327152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1"/>
                  </a:moveTo>
                  <a:lnTo>
                    <a:pt x="14347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7"/>
            <p:cNvSpPr/>
            <p:nvPr/>
          </p:nvSpPr>
          <p:spPr>
            <a:xfrm>
              <a:off x="4475739" y="2714938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7"/>
            <p:cNvSpPr/>
            <p:nvPr/>
          </p:nvSpPr>
          <p:spPr>
            <a:xfrm>
              <a:off x="4475739" y="3100775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7"/>
            <p:cNvSpPr/>
            <p:nvPr/>
          </p:nvSpPr>
          <p:spPr>
            <a:xfrm>
              <a:off x="4475739" y="3488498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7"/>
            <p:cNvSpPr/>
            <p:nvPr/>
          </p:nvSpPr>
          <p:spPr>
            <a:xfrm>
              <a:off x="4475739" y="3874336"/>
              <a:ext cx="901565" cy="63"/>
            </a:xfrm>
            <a:custGeom>
              <a:avLst/>
              <a:gdLst/>
              <a:ahLst/>
              <a:cxnLst/>
              <a:rect l="l" t="t" r="r" b="b"/>
              <a:pathLst>
                <a:path w="14347" h="1" fill="none" extrusionOk="0">
                  <a:moveTo>
                    <a:pt x="0" y="0"/>
                  </a:moveTo>
                  <a:lnTo>
                    <a:pt x="14347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7"/>
            <p:cNvSpPr/>
            <p:nvPr/>
          </p:nvSpPr>
          <p:spPr>
            <a:xfrm>
              <a:off x="4808099" y="2101808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0"/>
                  </a:moveTo>
                  <a:lnTo>
                    <a:pt x="7204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7"/>
            <p:cNvSpPr/>
            <p:nvPr/>
          </p:nvSpPr>
          <p:spPr>
            <a:xfrm>
              <a:off x="4808099" y="2164836"/>
              <a:ext cx="362964" cy="63"/>
            </a:xfrm>
            <a:custGeom>
              <a:avLst/>
              <a:gdLst/>
              <a:ahLst/>
              <a:cxnLst/>
              <a:rect l="l" t="t" r="r" b="b"/>
              <a:pathLst>
                <a:path w="5776" h="1" fill="none" extrusionOk="0">
                  <a:moveTo>
                    <a:pt x="0" y="0"/>
                  </a:moveTo>
                  <a:lnTo>
                    <a:pt x="5775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7"/>
            <p:cNvSpPr/>
            <p:nvPr/>
          </p:nvSpPr>
          <p:spPr>
            <a:xfrm>
              <a:off x="4808099" y="2489531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0"/>
                  </a:moveTo>
                  <a:lnTo>
                    <a:pt x="7204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7"/>
            <p:cNvSpPr/>
            <p:nvPr/>
          </p:nvSpPr>
          <p:spPr>
            <a:xfrm>
              <a:off x="4808099" y="2552559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7"/>
            <p:cNvSpPr/>
            <p:nvPr/>
          </p:nvSpPr>
          <p:spPr>
            <a:xfrm>
              <a:off x="4808099" y="2877253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7"/>
            <p:cNvSpPr/>
            <p:nvPr/>
          </p:nvSpPr>
          <p:spPr>
            <a:xfrm>
              <a:off x="4808099" y="2938397"/>
              <a:ext cx="301821" cy="63"/>
            </a:xfrm>
            <a:custGeom>
              <a:avLst/>
              <a:gdLst/>
              <a:ahLst/>
              <a:cxnLst/>
              <a:rect l="l" t="t" r="r" b="b"/>
              <a:pathLst>
                <a:path w="4803" h="1" fill="none" extrusionOk="0">
                  <a:moveTo>
                    <a:pt x="0" y="0"/>
                  </a:moveTo>
                  <a:lnTo>
                    <a:pt x="4803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7"/>
            <p:cNvSpPr/>
            <p:nvPr/>
          </p:nvSpPr>
          <p:spPr>
            <a:xfrm>
              <a:off x="4808099" y="3263091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7"/>
            <p:cNvSpPr/>
            <p:nvPr/>
          </p:nvSpPr>
          <p:spPr>
            <a:xfrm>
              <a:off x="4808099" y="3326120"/>
              <a:ext cx="225407" cy="63"/>
            </a:xfrm>
            <a:custGeom>
              <a:avLst/>
              <a:gdLst/>
              <a:ahLst/>
              <a:cxnLst/>
              <a:rect l="l" t="t" r="r" b="b"/>
              <a:pathLst>
                <a:path w="3587" h="1" fill="none" extrusionOk="0">
                  <a:moveTo>
                    <a:pt x="0" y="1"/>
                  </a:moveTo>
                  <a:lnTo>
                    <a:pt x="3587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7"/>
            <p:cNvSpPr/>
            <p:nvPr/>
          </p:nvSpPr>
          <p:spPr>
            <a:xfrm>
              <a:off x="4808099" y="3650814"/>
              <a:ext cx="452699" cy="63"/>
            </a:xfrm>
            <a:custGeom>
              <a:avLst/>
              <a:gdLst/>
              <a:ahLst/>
              <a:cxnLst/>
              <a:rect l="l" t="t" r="r" b="b"/>
              <a:pathLst>
                <a:path w="7204" h="1" fill="none" extrusionOk="0">
                  <a:moveTo>
                    <a:pt x="0" y="1"/>
                  </a:moveTo>
                  <a:lnTo>
                    <a:pt x="7204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7"/>
            <p:cNvSpPr/>
            <p:nvPr/>
          </p:nvSpPr>
          <p:spPr>
            <a:xfrm>
              <a:off x="4808099" y="3711957"/>
              <a:ext cx="362964" cy="63"/>
            </a:xfrm>
            <a:custGeom>
              <a:avLst/>
              <a:gdLst/>
              <a:ahLst/>
              <a:cxnLst/>
              <a:rect l="l" t="t" r="r" b="b"/>
              <a:pathLst>
                <a:path w="5776" h="1" fill="none" extrusionOk="0">
                  <a:moveTo>
                    <a:pt x="0" y="1"/>
                  </a:moveTo>
                  <a:lnTo>
                    <a:pt x="5775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7"/>
            <p:cNvSpPr/>
            <p:nvPr/>
          </p:nvSpPr>
          <p:spPr>
            <a:xfrm>
              <a:off x="5452877" y="3664199"/>
              <a:ext cx="851985" cy="301883"/>
            </a:xfrm>
            <a:custGeom>
              <a:avLst/>
              <a:gdLst/>
              <a:ahLst/>
              <a:cxnLst/>
              <a:rect l="l" t="t" r="r" b="b"/>
              <a:pathLst>
                <a:path w="13558" h="4804" fill="none" extrusionOk="0">
                  <a:moveTo>
                    <a:pt x="1" y="4803"/>
                  </a:moveTo>
                  <a:lnTo>
                    <a:pt x="2706" y="2372"/>
                  </a:lnTo>
                  <a:lnTo>
                    <a:pt x="5259" y="4803"/>
                  </a:lnTo>
                  <a:lnTo>
                    <a:pt x="10487" y="1"/>
                  </a:lnTo>
                  <a:lnTo>
                    <a:pt x="13557" y="304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7"/>
            <p:cNvSpPr/>
            <p:nvPr/>
          </p:nvSpPr>
          <p:spPr>
            <a:xfrm>
              <a:off x="5575941" y="3650814"/>
              <a:ext cx="89798" cy="89861"/>
            </a:xfrm>
            <a:custGeom>
              <a:avLst/>
              <a:gdLst/>
              <a:ahLst/>
              <a:cxnLst/>
              <a:rect l="l" t="t" r="r" b="b"/>
              <a:pathLst>
                <a:path w="1429" h="1430" fill="none" extrusionOk="0">
                  <a:moveTo>
                    <a:pt x="1429" y="730"/>
                  </a:moveTo>
                  <a:cubicBezTo>
                    <a:pt x="142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29" y="1126"/>
                    <a:pt x="1429" y="73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7"/>
            <p:cNvSpPr/>
            <p:nvPr/>
          </p:nvSpPr>
          <p:spPr>
            <a:xfrm>
              <a:off x="6378169" y="3664199"/>
              <a:ext cx="851985" cy="301883"/>
            </a:xfrm>
            <a:custGeom>
              <a:avLst/>
              <a:gdLst/>
              <a:ahLst/>
              <a:cxnLst/>
              <a:rect l="l" t="t" r="r" b="b"/>
              <a:pathLst>
                <a:path w="13558" h="4804" fill="none" extrusionOk="0">
                  <a:moveTo>
                    <a:pt x="1" y="4803"/>
                  </a:moveTo>
                  <a:lnTo>
                    <a:pt x="2675" y="2372"/>
                  </a:lnTo>
                  <a:lnTo>
                    <a:pt x="5259" y="4803"/>
                  </a:lnTo>
                  <a:lnTo>
                    <a:pt x="10457" y="1"/>
                  </a:lnTo>
                  <a:lnTo>
                    <a:pt x="13557" y="304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7"/>
            <p:cNvSpPr/>
            <p:nvPr/>
          </p:nvSpPr>
          <p:spPr>
            <a:xfrm>
              <a:off x="6494662" y="3650814"/>
              <a:ext cx="91746" cy="89861"/>
            </a:xfrm>
            <a:custGeom>
              <a:avLst/>
              <a:gdLst/>
              <a:ahLst/>
              <a:cxnLst/>
              <a:rect l="l" t="t" r="r" b="b"/>
              <a:pathLst>
                <a:path w="1460" h="1430" fill="none" extrusionOk="0">
                  <a:moveTo>
                    <a:pt x="1459" y="730"/>
                  </a:moveTo>
                  <a:cubicBezTo>
                    <a:pt x="1459" y="335"/>
                    <a:pt x="1125" y="1"/>
                    <a:pt x="730" y="1"/>
                  </a:cubicBezTo>
                  <a:cubicBezTo>
                    <a:pt x="335" y="1"/>
                    <a:pt x="0" y="335"/>
                    <a:pt x="0" y="730"/>
                  </a:cubicBezTo>
                  <a:cubicBezTo>
                    <a:pt x="0" y="1126"/>
                    <a:pt x="335" y="1430"/>
                    <a:pt x="730" y="1430"/>
                  </a:cubicBezTo>
                  <a:cubicBezTo>
                    <a:pt x="1125" y="1430"/>
                    <a:pt x="1459" y="1126"/>
                    <a:pt x="1459" y="73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47"/>
            <p:cNvSpPr/>
            <p:nvPr/>
          </p:nvSpPr>
          <p:spPr>
            <a:xfrm>
              <a:off x="6168020" y="2506749"/>
              <a:ext cx="341975" cy="341912"/>
            </a:xfrm>
            <a:custGeom>
              <a:avLst/>
              <a:gdLst/>
              <a:ahLst/>
              <a:cxnLst/>
              <a:rect l="l" t="t" r="r" b="b"/>
              <a:pathLst>
                <a:path w="5442" h="5441" fill="none" extrusionOk="0">
                  <a:moveTo>
                    <a:pt x="5442" y="2705"/>
                  </a:moveTo>
                  <a:cubicBezTo>
                    <a:pt x="5442" y="1216"/>
                    <a:pt x="4226" y="0"/>
                    <a:pt x="2736" y="0"/>
                  </a:cubicBezTo>
                  <a:cubicBezTo>
                    <a:pt x="1217" y="0"/>
                    <a:pt x="1" y="1216"/>
                    <a:pt x="1" y="2705"/>
                  </a:cubicBezTo>
                  <a:cubicBezTo>
                    <a:pt x="1" y="4225"/>
                    <a:pt x="1217" y="5441"/>
                    <a:pt x="2736" y="5441"/>
                  </a:cubicBezTo>
                  <a:cubicBezTo>
                    <a:pt x="4226" y="5441"/>
                    <a:pt x="5442" y="4225"/>
                    <a:pt x="5442" y="270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7"/>
            <p:cNvSpPr/>
            <p:nvPr/>
          </p:nvSpPr>
          <p:spPr>
            <a:xfrm>
              <a:off x="5539620" y="2101808"/>
              <a:ext cx="762186" cy="63"/>
            </a:xfrm>
            <a:custGeom>
              <a:avLst/>
              <a:gdLst/>
              <a:ahLst/>
              <a:cxnLst/>
              <a:rect l="l" t="t" r="r" b="b"/>
              <a:pathLst>
                <a:path w="12129" h="1" fill="none" extrusionOk="0">
                  <a:moveTo>
                    <a:pt x="1" y="0"/>
                  </a:moveTo>
                  <a:lnTo>
                    <a:pt x="12129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7"/>
            <p:cNvSpPr/>
            <p:nvPr/>
          </p:nvSpPr>
          <p:spPr>
            <a:xfrm>
              <a:off x="6279376" y="2595839"/>
              <a:ext cx="150124" cy="163731"/>
            </a:xfrm>
            <a:custGeom>
              <a:avLst/>
              <a:gdLst/>
              <a:ahLst/>
              <a:cxnLst/>
              <a:rect l="l" t="t" r="r" b="b"/>
              <a:pathLst>
                <a:path w="2372" h="2587" extrusionOk="0">
                  <a:moveTo>
                    <a:pt x="70" y="0"/>
                  </a:moveTo>
                  <a:cubicBezTo>
                    <a:pt x="31" y="0"/>
                    <a:pt x="0" y="43"/>
                    <a:pt x="0" y="86"/>
                  </a:cubicBezTo>
                  <a:lnTo>
                    <a:pt x="0" y="2488"/>
                  </a:lnTo>
                  <a:cubicBezTo>
                    <a:pt x="0" y="2537"/>
                    <a:pt x="41" y="2587"/>
                    <a:pt x="89" y="2587"/>
                  </a:cubicBezTo>
                  <a:cubicBezTo>
                    <a:pt x="100" y="2587"/>
                    <a:pt x="111" y="2584"/>
                    <a:pt x="122" y="2579"/>
                  </a:cubicBezTo>
                  <a:lnTo>
                    <a:pt x="2310" y="1363"/>
                  </a:lnTo>
                  <a:cubicBezTo>
                    <a:pt x="2371" y="1332"/>
                    <a:pt x="2371" y="1241"/>
                    <a:pt x="2310" y="1211"/>
                  </a:cubicBezTo>
                  <a:lnTo>
                    <a:pt x="122" y="25"/>
                  </a:lnTo>
                  <a:cubicBezTo>
                    <a:pt x="104" y="8"/>
                    <a:pt x="86" y="0"/>
                    <a:pt x="70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47"/>
            <p:cNvSpPr/>
            <p:nvPr/>
          </p:nvSpPr>
          <p:spPr>
            <a:xfrm>
              <a:off x="4596475" y="2052561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7"/>
            <p:cNvSpPr/>
            <p:nvPr/>
          </p:nvSpPr>
          <p:spPr>
            <a:xfrm>
              <a:off x="4596475" y="2446036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7"/>
            <p:cNvSpPr/>
            <p:nvPr/>
          </p:nvSpPr>
          <p:spPr>
            <a:xfrm>
              <a:off x="4596475" y="2832836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7"/>
            <p:cNvSpPr/>
            <p:nvPr/>
          </p:nvSpPr>
          <p:spPr>
            <a:xfrm>
              <a:off x="4596475" y="3219624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7"/>
            <p:cNvSpPr/>
            <p:nvPr/>
          </p:nvSpPr>
          <p:spPr>
            <a:xfrm>
              <a:off x="4596475" y="3606386"/>
              <a:ext cx="150125" cy="150105"/>
            </a:xfrm>
            <a:custGeom>
              <a:avLst/>
              <a:gdLst/>
              <a:ahLst/>
              <a:cxnLst/>
              <a:rect l="l" t="t" r="r" b="b"/>
              <a:pathLst>
                <a:path w="3891" h="3891" extrusionOk="0">
                  <a:moveTo>
                    <a:pt x="1946" y="0"/>
                  </a:moveTo>
                  <a:cubicBezTo>
                    <a:pt x="851" y="0"/>
                    <a:pt x="0" y="882"/>
                    <a:pt x="0" y="1945"/>
                  </a:cubicBezTo>
                  <a:cubicBezTo>
                    <a:pt x="0" y="3009"/>
                    <a:pt x="851" y="3891"/>
                    <a:pt x="1946" y="3891"/>
                  </a:cubicBezTo>
                  <a:cubicBezTo>
                    <a:pt x="3009" y="3891"/>
                    <a:pt x="3891" y="3009"/>
                    <a:pt x="3891" y="1945"/>
                  </a:cubicBezTo>
                  <a:cubicBezTo>
                    <a:pt x="3891" y="882"/>
                    <a:pt x="3009" y="0"/>
                    <a:pt x="1946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46904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8"/>
          <p:cNvSpPr txBox="1">
            <a:spLocks noGrp="1"/>
          </p:cNvSpPr>
          <p:nvPr>
            <p:ph type="title"/>
          </p:nvPr>
        </p:nvSpPr>
        <p:spPr>
          <a:xfrm>
            <a:off x="713225" y="657995"/>
            <a:ext cx="7717500" cy="36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Magia Subjacente</a:t>
            </a:r>
            <a:endParaRPr/>
          </a:p>
        </p:txBody>
      </p:sp>
      <p:sp>
        <p:nvSpPr>
          <p:cNvPr id="756" name="Google Shape;756;p48"/>
          <p:cNvSpPr txBox="1"/>
          <p:nvPr/>
        </p:nvSpPr>
        <p:spPr>
          <a:xfrm>
            <a:off x="880287" y="1283618"/>
            <a:ext cx="4005820" cy="3711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27000" indent="0" algn="just">
              <a:lnSpc>
                <a:spcPct val="115000"/>
              </a:lnSpc>
              <a:buClr>
                <a:schemeClr val="lt1"/>
              </a:buClr>
              <a:buSzPts val="1600"/>
              <a:buFont typeface="Quicksand"/>
              <a:buNone/>
              <a:defRPr sz="12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indent="-330200">
              <a:lnSpc>
                <a:spcPct val="115000"/>
              </a:lnSpc>
              <a:buClr>
                <a:schemeClr val="lt1"/>
              </a:buClr>
              <a:buSzPts val="1600"/>
              <a:buFont typeface="Quicksand"/>
              <a:buChar char="○"/>
              <a:defRPr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indent="-330200">
              <a:lnSpc>
                <a:spcPct val="115000"/>
              </a:lnSpc>
              <a:buClr>
                <a:schemeClr val="lt1"/>
              </a:buClr>
              <a:buSzPts val="1600"/>
              <a:buFont typeface="Quicksand"/>
              <a:buChar char="■"/>
              <a:defRPr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indent="-330200">
              <a:lnSpc>
                <a:spcPct val="115000"/>
              </a:lnSpc>
              <a:buClr>
                <a:schemeClr val="lt1"/>
              </a:buClr>
              <a:buSzPts val="1600"/>
              <a:buFont typeface="Quicksand"/>
              <a:buChar char="●"/>
              <a:defRPr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indent="-330200">
              <a:lnSpc>
                <a:spcPct val="115000"/>
              </a:lnSpc>
              <a:buClr>
                <a:schemeClr val="lt1"/>
              </a:buClr>
              <a:buSzPts val="1600"/>
              <a:buFont typeface="Quicksand"/>
              <a:buChar char="○"/>
              <a:defRPr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indent="-330200">
              <a:lnSpc>
                <a:spcPct val="115000"/>
              </a:lnSpc>
              <a:buClr>
                <a:schemeClr val="lt1"/>
              </a:buClr>
              <a:buSzPts val="1600"/>
              <a:buFont typeface="Quicksand"/>
              <a:buChar char="■"/>
              <a:defRPr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indent="-330200">
              <a:lnSpc>
                <a:spcPct val="115000"/>
              </a:lnSpc>
              <a:buClr>
                <a:schemeClr val="lt1"/>
              </a:buClr>
              <a:buSzPts val="1600"/>
              <a:buFont typeface="Quicksand"/>
              <a:buChar char="●"/>
              <a:defRPr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indent="-330200">
              <a:lnSpc>
                <a:spcPct val="115000"/>
              </a:lnSpc>
              <a:buClr>
                <a:schemeClr val="lt1"/>
              </a:buClr>
              <a:buSzPts val="1600"/>
              <a:buFont typeface="Quicksand"/>
              <a:buChar char="○"/>
              <a:defRPr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indent="-330200">
              <a:lnSpc>
                <a:spcPct val="115000"/>
              </a:lnSpc>
              <a:buClr>
                <a:schemeClr val="lt1"/>
              </a:buClr>
              <a:buSzPts val="1600"/>
              <a:buFont typeface="Quicksand"/>
              <a:buChar char="■"/>
              <a:defRPr sz="16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pt-BR" dirty="0"/>
              <a:t>O UC HUB utiliza tecnologias modernas e alinhadas ao mercado atual.</a:t>
            </a:r>
          </a:p>
          <a:p>
            <a:endParaRPr lang="pt-BR" dirty="0"/>
          </a:p>
          <a:p>
            <a:r>
              <a:rPr lang="pt-BR" b="1" dirty="0"/>
              <a:t>Tecnologias utilizadas:</a:t>
            </a:r>
          </a:p>
          <a:p>
            <a:endParaRPr lang="pt-BR" dirty="0"/>
          </a:p>
          <a:p>
            <a:pPr marL="298450" indent="-171450">
              <a:buFont typeface="Arial" panose="020B0604020202020204" pitchFamily="34" charset="0"/>
              <a:buChar char="•"/>
            </a:pPr>
            <a:r>
              <a:rPr lang="pt-BR" dirty="0" err="1" smtClean="0"/>
              <a:t>React.Js</a:t>
            </a:r>
            <a:r>
              <a:rPr lang="pt-BR" dirty="0" smtClean="0"/>
              <a:t> no </a:t>
            </a:r>
            <a:r>
              <a:rPr lang="pt-BR" dirty="0" err="1" smtClean="0"/>
              <a:t>frontend</a:t>
            </a:r>
            <a:r>
              <a:rPr lang="pt-BR" dirty="0" smtClean="0"/>
              <a:t>;</a:t>
            </a:r>
          </a:p>
          <a:p>
            <a:pPr marL="298450" indent="-171450">
              <a:buFont typeface="Arial" panose="020B0604020202020204" pitchFamily="34" charset="0"/>
              <a:buChar char="•"/>
            </a:pPr>
            <a:r>
              <a:rPr lang="pt-BR" dirty="0" smtClean="0"/>
              <a:t>API REST em JSON;</a:t>
            </a:r>
          </a:p>
          <a:p>
            <a:pPr marL="298450" indent="-171450">
              <a:buFont typeface="Arial" panose="020B0604020202020204" pitchFamily="34" charset="0"/>
              <a:buChar char="•"/>
            </a:pPr>
            <a:r>
              <a:rPr lang="pt-BR" dirty="0" smtClean="0"/>
              <a:t>Autenticação JWT;</a:t>
            </a:r>
          </a:p>
          <a:p>
            <a:pPr marL="298450" indent="-171450">
              <a:buFont typeface="Arial" panose="020B0604020202020204" pitchFamily="34" charset="0"/>
              <a:buChar char="•"/>
            </a:pPr>
            <a:r>
              <a:rPr lang="pt-BR" dirty="0" smtClean="0"/>
              <a:t>Arquitetura responsiva;</a:t>
            </a:r>
          </a:p>
          <a:p>
            <a:pPr marL="298450" indent="-171450">
              <a:buFont typeface="Arial" panose="020B0604020202020204" pitchFamily="34" charset="0"/>
              <a:buChar char="•"/>
            </a:pPr>
            <a:r>
              <a:rPr lang="pt-BR" dirty="0" smtClean="0"/>
              <a:t>Integração entre </a:t>
            </a:r>
            <a:r>
              <a:rPr lang="pt-BR" dirty="0" err="1" smtClean="0"/>
              <a:t>frontend</a:t>
            </a:r>
            <a:r>
              <a:rPr lang="pt-BR" dirty="0" smtClean="0"/>
              <a:t> e </a:t>
            </a:r>
            <a:r>
              <a:rPr lang="pt-BR" dirty="0" err="1" smtClean="0"/>
              <a:t>backend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b="1" dirty="0"/>
              <a:t>Diferenciais técnicos:</a:t>
            </a:r>
          </a:p>
          <a:p>
            <a:endParaRPr lang="pt-BR" dirty="0"/>
          </a:p>
          <a:p>
            <a:pPr marL="298450" indent="-171450">
              <a:buFont typeface="Arial" panose="020B0604020202020204" pitchFamily="34" charset="0"/>
              <a:buChar char="•"/>
            </a:pPr>
            <a:r>
              <a:rPr lang="pt-BR" dirty="0" smtClean="0"/>
              <a:t>CRUD completo de jogos, categorias e empresas;</a:t>
            </a:r>
          </a:p>
          <a:p>
            <a:pPr marL="298450" indent="-171450">
              <a:buFont typeface="Arial" panose="020B0604020202020204" pitchFamily="34" charset="0"/>
              <a:buChar char="•"/>
            </a:pPr>
            <a:r>
              <a:rPr lang="pt-BR" dirty="0" smtClean="0"/>
              <a:t>Sistema de avaliações;</a:t>
            </a:r>
          </a:p>
          <a:p>
            <a:pPr marL="298450" indent="-171450">
              <a:buFont typeface="Arial" panose="020B0604020202020204" pitchFamily="34" charset="0"/>
              <a:buChar char="•"/>
            </a:pPr>
            <a:r>
              <a:rPr lang="pt-BR" dirty="0" smtClean="0"/>
              <a:t>Relatórios visuais;</a:t>
            </a:r>
          </a:p>
          <a:p>
            <a:pPr marL="298450" indent="-171450">
              <a:buFont typeface="Arial" panose="020B0604020202020204" pitchFamily="34" charset="0"/>
              <a:buChar char="•"/>
            </a:pPr>
            <a:r>
              <a:rPr lang="pt-BR" dirty="0" smtClean="0"/>
              <a:t>Foco em performance e organização visual.</a:t>
            </a:r>
          </a:p>
          <a:p>
            <a:endParaRPr dirty="0"/>
          </a:p>
        </p:txBody>
      </p:sp>
      <p:grpSp>
        <p:nvGrpSpPr>
          <p:cNvPr id="757" name="Google Shape;757;p48"/>
          <p:cNvGrpSpPr/>
          <p:nvPr/>
        </p:nvGrpSpPr>
        <p:grpSpPr>
          <a:xfrm>
            <a:off x="4948671" y="1507230"/>
            <a:ext cx="4195329" cy="2960539"/>
            <a:chOff x="2501679" y="1472585"/>
            <a:chExt cx="4195329" cy="2960539"/>
          </a:xfrm>
        </p:grpSpPr>
        <p:sp>
          <p:nvSpPr>
            <p:cNvPr id="758" name="Google Shape;758;p48"/>
            <p:cNvSpPr/>
            <p:nvPr/>
          </p:nvSpPr>
          <p:spPr>
            <a:xfrm>
              <a:off x="2501679" y="3240722"/>
              <a:ext cx="1371590" cy="21"/>
            </a:xfrm>
            <a:custGeom>
              <a:avLst/>
              <a:gdLst/>
              <a:ahLst/>
              <a:cxnLst/>
              <a:rect l="l" t="t" r="r" b="b"/>
              <a:pathLst>
                <a:path w="11065" h="1" fill="none" extrusionOk="0">
                  <a:moveTo>
                    <a:pt x="0" y="0"/>
                  </a:moveTo>
                  <a:lnTo>
                    <a:pt x="11064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8"/>
            <p:cNvSpPr/>
            <p:nvPr/>
          </p:nvSpPr>
          <p:spPr>
            <a:xfrm>
              <a:off x="4465665" y="1472585"/>
              <a:ext cx="947627" cy="614773"/>
            </a:xfrm>
            <a:custGeom>
              <a:avLst/>
              <a:gdLst/>
              <a:ahLst/>
              <a:cxnLst/>
              <a:rect l="l" t="t" r="r" b="b"/>
              <a:pathLst>
                <a:path w="44652" h="28968" fill="none" extrusionOk="0">
                  <a:moveTo>
                    <a:pt x="44652" y="28967"/>
                  </a:moveTo>
                  <a:lnTo>
                    <a:pt x="44652" y="0"/>
                  </a:lnTo>
                  <a:lnTo>
                    <a:pt x="1" y="0"/>
                  </a:lnTo>
                  <a:lnTo>
                    <a:pt x="1" y="9909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8"/>
            <p:cNvSpPr/>
            <p:nvPr/>
          </p:nvSpPr>
          <p:spPr>
            <a:xfrm>
              <a:off x="2501679" y="1962347"/>
              <a:ext cx="1371590" cy="21"/>
            </a:xfrm>
            <a:custGeom>
              <a:avLst/>
              <a:gdLst/>
              <a:ahLst/>
              <a:cxnLst/>
              <a:rect l="l" t="t" r="r" b="b"/>
              <a:pathLst>
                <a:path w="11065" h="1" fill="none" extrusionOk="0">
                  <a:moveTo>
                    <a:pt x="0" y="0"/>
                  </a:moveTo>
                  <a:lnTo>
                    <a:pt x="11064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8"/>
            <p:cNvSpPr/>
            <p:nvPr/>
          </p:nvSpPr>
          <p:spPr>
            <a:xfrm>
              <a:off x="3340034" y="3562259"/>
              <a:ext cx="1125663" cy="539918"/>
            </a:xfrm>
            <a:custGeom>
              <a:avLst/>
              <a:gdLst/>
              <a:ahLst/>
              <a:cxnLst/>
              <a:rect l="l" t="t" r="r" b="b"/>
              <a:pathLst>
                <a:path w="53041" h="50548" fill="none" extrusionOk="0">
                  <a:moveTo>
                    <a:pt x="6535" y="0"/>
                  </a:moveTo>
                  <a:lnTo>
                    <a:pt x="0" y="0"/>
                  </a:lnTo>
                  <a:lnTo>
                    <a:pt x="0" y="50548"/>
                  </a:lnTo>
                  <a:lnTo>
                    <a:pt x="53041" y="50548"/>
                  </a:lnTo>
                  <a:lnTo>
                    <a:pt x="53041" y="41034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8"/>
            <p:cNvSpPr/>
            <p:nvPr/>
          </p:nvSpPr>
          <p:spPr>
            <a:xfrm>
              <a:off x="5150091" y="3850588"/>
              <a:ext cx="283214" cy="280625"/>
            </a:xfrm>
            <a:custGeom>
              <a:avLst/>
              <a:gdLst/>
              <a:ahLst/>
              <a:cxnLst/>
              <a:rect l="l" t="t" r="r" b="b"/>
              <a:pathLst>
                <a:path w="13345" h="13223" fill="none" extrusionOk="0">
                  <a:moveTo>
                    <a:pt x="13344" y="1"/>
                  </a:moveTo>
                  <a:lnTo>
                    <a:pt x="13344" y="13223"/>
                  </a:lnTo>
                  <a:lnTo>
                    <a:pt x="0" y="13223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8"/>
            <p:cNvSpPr/>
            <p:nvPr/>
          </p:nvSpPr>
          <p:spPr>
            <a:xfrm>
              <a:off x="5526825" y="2547232"/>
              <a:ext cx="434796" cy="1137988"/>
            </a:xfrm>
            <a:custGeom>
              <a:avLst/>
              <a:gdLst/>
              <a:ahLst/>
              <a:cxnLst/>
              <a:rect l="l" t="t" r="r" b="b"/>
              <a:pathLst>
                <a:path w="8603" h="36233" fill="none" extrusionOk="0">
                  <a:moveTo>
                    <a:pt x="0" y="36232"/>
                  </a:moveTo>
                  <a:lnTo>
                    <a:pt x="8602" y="36232"/>
                  </a:lnTo>
                  <a:lnTo>
                    <a:pt x="8602" y="1"/>
                  </a:lnTo>
                  <a:lnTo>
                    <a:pt x="0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8"/>
            <p:cNvSpPr/>
            <p:nvPr/>
          </p:nvSpPr>
          <p:spPr>
            <a:xfrm>
              <a:off x="3780603" y="1553507"/>
              <a:ext cx="1373372" cy="2879617"/>
            </a:xfrm>
            <a:custGeom>
              <a:avLst/>
              <a:gdLst/>
              <a:ahLst/>
              <a:cxnLst/>
              <a:rect l="l" t="t" r="r" b="b"/>
              <a:pathLst>
                <a:path w="64713" h="135687" extrusionOk="0">
                  <a:moveTo>
                    <a:pt x="60792" y="135686"/>
                  </a:moveTo>
                  <a:lnTo>
                    <a:pt x="3921" y="135686"/>
                  </a:lnTo>
                  <a:cubicBezTo>
                    <a:pt x="1763" y="135686"/>
                    <a:pt x="0" y="133923"/>
                    <a:pt x="0" y="131765"/>
                  </a:cubicBezTo>
                  <a:lnTo>
                    <a:pt x="0" y="3921"/>
                  </a:lnTo>
                  <a:cubicBezTo>
                    <a:pt x="0" y="1763"/>
                    <a:pt x="1763" y="0"/>
                    <a:pt x="3921" y="0"/>
                  </a:cubicBezTo>
                  <a:lnTo>
                    <a:pt x="60792" y="0"/>
                  </a:lnTo>
                  <a:cubicBezTo>
                    <a:pt x="62980" y="0"/>
                    <a:pt x="64713" y="1763"/>
                    <a:pt x="64713" y="3921"/>
                  </a:cubicBezTo>
                  <a:lnTo>
                    <a:pt x="64713" y="131765"/>
                  </a:lnTo>
                  <a:cubicBezTo>
                    <a:pt x="64713" y="133923"/>
                    <a:pt x="62980" y="135686"/>
                    <a:pt x="60792" y="13568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8"/>
            <p:cNvSpPr/>
            <p:nvPr/>
          </p:nvSpPr>
          <p:spPr>
            <a:xfrm>
              <a:off x="3780603" y="1553507"/>
              <a:ext cx="1373372" cy="2879617"/>
            </a:xfrm>
            <a:custGeom>
              <a:avLst/>
              <a:gdLst/>
              <a:ahLst/>
              <a:cxnLst/>
              <a:rect l="l" t="t" r="r" b="b"/>
              <a:pathLst>
                <a:path w="64713" h="135687" fill="none" extrusionOk="0">
                  <a:moveTo>
                    <a:pt x="60792" y="135686"/>
                  </a:moveTo>
                  <a:lnTo>
                    <a:pt x="3921" y="135686"/>
                  </a:lnTo>
                  <a:cubicBezTo>
                    <a:pt x="1763" y="135686"/>
                    <a:pt x="0" y="133923"/>
                    <a:pt x="0" y="131765"/>
                  </a:cubicBezTo>
                  <a:lnTo>
                    <a:pt x="0" y="3921"/>
                  </a:lnTo>
                  <a:cubicBezTo>
                    <a:pt x="0" y="1763"/>
                    <a:pt x="1763" y="0"/>
                    <a:pt x="3921" y="0"/>
                  </a:cubicBezTo>
                  <a:lnTo>
                    <a:pt x="60792" y="0"/>
                  </a:lnTo>
                  <a:cubicBezTo>
                    <a:pt x="62980" y="0"/>
                    <a:pt x="64713" y="1763"/>
                    <a:pt x="64713" y="3921"/>
                  </a:cubicBezTo>
                  <a:lnTo>
                    <a:pt x="64713" y="131765"/>
                  </a:lnTo>
                  <a:cubicBezTo>
                    <a:pt x="64713" y="133923"/>
                    <a:pt x="62980" y="135686"/>
                    <a:pt x="60792" y="13568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8"/>
            <p:cNvSpPr/>
            <p:nvPr/>
          </p:nvSpPr>
          <p:spPr>
            <a:xfrm>
              <a:off x="4427613" y="1619297"/>
              <a:ext cx="47114" cy="47751"/>
            </a:xfrm>
            <a:custGeom>
              <a:avLst/>
              <a:gdLst/>
              <a:ahLst/>
              <a:cxnLst/>
              <a:rect l="l" t="t" r="r" b="b"/>
              <a:pathLst>
                <a:path w="2220" h="2250" extrusionOk="0">
                  <a:moveTo>
                    <a:pt x="1125" y="1"/>
                  </a:moveTo>
                  <a:cubicBezTo>
                    <a:pt x="487" y="1"/>
                    <a:pt x="0" y="517"/>
                    <a:pt x="0" y="1125"/>
                  </a:cubicBezTo>
                  <a:cubicBezTo>
                    <a:pt x="0" y="1733"/>
                    <a:pt x="487" y="2250"/>
                    <a:pt x="1125" y="2250"/>
                  </a:cubicBezTo>
                  <a:cubicBezTo>
                    <a:pt x="1733" y="2250"/>
                    <a:pt x="2219" y="1733"/>
                    <a:pt x="2219" y="1125"/>
                  </a:cubicBezTo>
                  <a:cubicBezTo>
                    <a:pt x="2219" y="517"/>
                    <a:pt x="1733" y="1"/>
                    <a:pt x="1125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8"/>
            <p:cNvSpPr/>
            <p:nvPr/>
          </p:nvSpPr>
          <p:spPr>
            <a:xfrm>
              <a:off x="5023647" y="2668834"/>
              <a:ext cx="8425" cy="8404"/>
            </a:xfrm>
            <a:custGeom>
              <a:avLst/>
              <a:gdLst/>
              <a:ahLst/>
              <a:cxnLst/>
              <a:rect l="l" t="t" r="r" b="b"/>
              <a:pathLst>
                <a:path w="397" h="396" fill="none" extrusionOk="0">
                  <a:moveTo>
                    <a:pt x="396" y="0"/>
                  </a:moveTo>
                  <a:lnTo>
                    <a:pt x="396" y="395"/>
                  </a:lnTo>
                  <a:lnTo>
                    <a:pt x="1" y="395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8"/>
            <p:cNvSpPr/>
            <p:nvPr/>
          </p:nvSpPr>
          <p:spPr>
            <a:xfrm>
              <a:off x="3923154" y="2677217"/>
              <a:ext cx="1076660" cy="21"/>
            </a:xfrm>
            <a:custGeom>
              <a:avLst/>
              <a:gdLst/>
              <a:ahLst/>
              <a:cxnLst/>
              <a:rect l="l" t="t" r="r" b="b"/>
              <a:pathLst>
                <a:path w="50732" h="1" fill="none" extrusionOk="0">
                  <a:moveTo>
                    <a:pt x="50731" y="0"/>
                  </a:move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8"/>
            <p:cNvSpPr/>
            <p:nvPr/>
          </p:nvSpPr>
          <p:spPr>
            <a:xfrm>
              <a:off x="3902526" y="2668834"/>
              <a:ext cx="8404" cy="8404"/>
            </a:xfrm>
            <a:custGeom>
              <a:avLst/>
              <a:gdLst/>
              <a:ahLst/>
              <a:cxnLst/>
              <a:rect l="l" t="t" r="r" b="b"/>
              <a:pathLst>
                <a:path w="396" h="396" fill="none" extrusionOk="0">
                  <a:moveTo>
                    <a:pt x="395" y="395"/>
                  </a:moveTo>
                  <a:lnTo>
                    <a:pt x="0" y="39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8"/>
            <p:cNvSpPr/>
            <p:nvPr/>
          </p:nvSpPr>
          <p:spPr>
            <a:xfrm>
              <a:off x="3902526" y="1812167"/>
              <a:ext cx="21" cy="832813"/>
            </a:xfrm>
            <a:custGeom>
              <a:avLst/>
              <a:gdLst/>
              <a:ahLst/>
              <a:cxnLst/>
              <a:rect l="l" t="t" r="r" b="b"/>
              <a:pathLst>
                <a:path w="1" h="39242" fill="none" extrusionOk="0">
                  <a:moveTo>
                    <a:pt x="0" y="39242"/>
                  </a:moveTo>
                  <a:lnTo>
                    <a:pt x="0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8"/>
            <p:cNvSpPr/>
            <p:nvPr/>
          </p:nvSpPr>
          <p:spPr>
            <a:xfrm>
              <a:off x="3902526" y="1792175"/>
              <a:ext cx="8404" cy="8404"/>
            </a:xfrm>
            <a:custGeom>
              <a:avLst/>
              <a:gdLst/>
              <a:ahLst/>
              <a:cxnLst/>
              <a:rect l="l" t="t" r="r" b="b"/>
              <a:pathLst>
                <a:path w="396" h="396" fill="none" extrusionOk="0">
                  <a:moveTo>
                    <a:pt x="0" y="396"/>
                  </a:moveTo>
                  <a:lnTo>
                    <a:pt x="0" y="1"/>
                  </a:lnTo>
                  <a:lnTo>
                    <a:pt x="395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8"/>
            <p:cNvSpPr/>
            <p:nvPr/>
          </p:nvSpPr>
          <p:spPr>
            <a:xfrm>
              <a:off x="3934763" y="1792175"/>
              <a:ext cx="1077297" cy="21"/>
            </a:xfrm>
            <a:custGeom>
              <a:avLst/>
              <a:gdLst/>
              <a:ahLst/>
              <a:cxnLst/>
              <a:rect l="l" t="t" r="r" b="b"/>
              <a:pathLst>
                <a:path w="50762" h="1" fill="none" extrusionOk="0">
                  <a:moveTo>
                    <a:pt x="1" y="1"/>
                  </a:moveTo>
                  <a:lnTo>
                    <a:pt x="50762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8"/>
            <p:cNvSpPr/>
            <p:nvPr/>
          </p:nvSpPr>
          <p:spPr>
            <a:xfrm>
              <a:off x="5023647" y="1792175"/>
              <a:ext cx="8425" cy="8404"/>
            </a:xfrm>
            <a:custGeom>
              <a:avLst/>
              <a:gdLst/>
              <a:ahLst/>
              <a:cxnLst/>
              <a:rect l="l" t="t" r="r" b="b"/>
              <a:pathLst>
                <a:path w="397" h="396" fill="none" extrusionOk="0">
                  <a:moveTo>
                    <a:pt x="1" y="1"/>
                  </a:moveTo>
                  <a:lnTo>
                    <a:pt x="396" y="1"/>
                  </a:lnTo>
                  <a:lnTo>
                    <a:pt x="396" y="396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8"/>
            <p:cNvSpPr/>
            <p:nvPr/>
          </p:nvSpPr>
          <p:spPr>
            <a:xfrm>
              <a:off x="5032051" y="1824433"/>
              <a:ext cx="21" cy="832813"/>
            </a:xfrm>
            <a:custGeom>
              <a:avLst/>
              <a:gdLst/>
              <a:ahLst/>
              <a:cxnLst/>
              <a:rect l="l" t="t" r="r" b="b"/>
              <a:pathLst>
                <a:path w="1" h="39242" fill="none" extrusionOk="0">
                  <a:moveTo>
                    <a:pt x="0" y="0"/>
                  </a:moveTo>
                  <a:lnTo>
                    <a:pt x="0" y="3924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8"/>
            <p:cNvSpPr/>
            <p:nvPr/>
          </p:nvSpPr>
          <p:spPr>
            <a:xfrm>
              <a:off x="5023647" y="3471299"/>
              <a:ext cx="8425" cy="7767"/>
            </a:xfrm>
            <a:custGeom>
              <a:avLst/>
              <a:gdLst/>
              <a:ahLst/>
              <a:cxnLst/>
              <a:rect l="l" t="t" r="r" b="b"/>
              <a:pathLst>
                <a:path w="397" h="366" fill="none" extrusionOk="0">
                  <a:moveTo>
                    <a:pt x="396" y="0"/>
                  </a:moveTo>
                  <a:lnTo>
                    <a:pt x="396" y="365"/>
                  </a:lnTo>
                  <a:lnTo>
                    <a:pt x="1" y="365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8"/>
            <p:cNvSpPr/>
            <p:nvPr/>
          </p:nvSpPr>
          <p:spPr>
            <a:xfrm>
              <a:off x="3923154" y="3479046"/>
              <a:ext cx="1076660" cy="21"/>
            </a:xfrm>
            <a:custGeom>
              <a:avLst/>
              <a:gdLst/>
              <a:ahLst/>
              <a:cxnLst/>
              <a:rect l="l" t="t" r="r" b="b"/>
              <a:pathLst>
                <a:path w="50732" h="1" fill="none" extrusionOk="0">
                  <a:moveTo>
                    <a:pt x="50731" y="0"/>
                  </a:move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8"/>
            <p:cNvSpPr/>
            <p:nvPr/>
          </p:nvSpPr>
          <p:spPr>
            <a:xfrm>
              <a:off x="3902526" y="3471299"/>
              <a:ext cx="8404" cy="7767"/>
            </a:xfrm>
            <a:custGeom>
              <a:avLst/>
              <a:gdLst/>
              <a:ahLst/>
              <a:cxnLst/>
              <a:rect l="l" t="t" r="r" b="b"/>
              <a:pathLst>
                <a:path w="396" h="366" fill="none" extrusionOk="0">
                  <a:moveTo>
                    <a:pt x="395" y="365"/>
                  </a:moveTo>
                  <a:lnTo>
                    <a:pt x="0" y="365"/>
                  </a:ln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8"/>
            <p:cNvSpPr/>
            <p:nvPr/>
          </p:nvSpPr>
          <p:spPr>
            <a:xfrm>
              <a:off x="3902526" y="2762362"/>
              <a:ext cx="21" cy="684447"/>
            </a:xfrm>
            <a:custGeom>
              <a:avLst/>
              <a:gdLst/>
              <a:ahLst/>
              <a:cxnLst/>
              <a:rect l="l" t="t" r="r" b="b"/>
              <a:pathLst>
                <a:path w="1" h="32251" fill="none" extrusionOk="0">
                  <a:moveTo>
                    <a:pt x="0" y="32250"/>
                  </a:moveTo>
                  <a:lnTo>
                    <a:pt x="0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8"/>
            <p:cNvSpPr/>
            <p:nvPr/>
          </p:nvSpPr>
          <p:spPr>
            <a:xfrm>
              <a:off x="3902526" y="2741712"/>
              <a:ext cx="8404" cy="8425"/>
            </a:xfrm>
            <a:custGeom>
              <a:avLst/>
              <a:gdLst/>
              <a:ahLst/>
              <a:cxnLst/>
              <a:rect l="l" t="t" r="r" b="b"/>
              <a:pathLst>
                <a:path w="396" h="397" fill="none" extrusionOk="0">
                  <a:moveTo>
                    <a:pt x="0" y="396"/>
                  </a:moveTo>
                  <a:lnTo>
                    <a:pt x="0" y="1"/>
                  </a:lnTo>
                  <a:lnTo>
                    <a:pt x="395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8"/>
            <p:cNvSpPr/>
            <p:nvPr/>
          </p:nvSpPr>
          <p:spPr>
            <a:xfrm>
              <a:off x="3934763" y="2741712"/>
              <a:ext cx="1077297" cy="21"/>
            </a:xfrm>
            <a:custGeom>
              <a:avLst/>
              <a:gdLst/>
              <a:ahLst/>
              <a:cxnLst/>
              <a:rect l="l" t="t" r="r" b="b"/>
              <a:pathLst>
                <a:path w="50762" h="1" fill="none" extrusionOk="0">
                  <a:moveTo>
                    <a:pt x="1" y="1"/>
                  </a:moveTo>
                  <a:lnTo>
                    <a:pt x="50762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8"/>
            <p:cNvSpPr/>
            <p:nvPr/>
          </p:nvSpPr>
          <p:spPr>
            <a:xfrm>
              <a:off x="5023647" y="2741712"/>
              <a:ext cx="8425" cy="8425"/>
            </a:xfrm>
            <a:custGeom>
              <a:avLst/>
              <a:gdLst/>
              <a:ahLst/>
              <a:cxnLst/>
              <a:rect l="l" t="t" r="r" b="b"/>
              <a:pathLst>
                <a:path w="397" h="397" fill="none" extrusionOk="0">
                  <a:moveTo>
                    <a:pt x="1" y="1"/>
                  </a:moveTo>
                  <a:lnTo>
                    <a:pt x="396" y="1"/>
                  </a:lnTo>
                  <a:lnTo>
                    <a:pt x="396" y="396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8"/>
            <p:cNvSpPr/>
            <p:nvPr/>
          </p:nvSpPr>
          <p:spPr>
            <a:xfrm>
              <a:off x="5032051" y="2774628"/>
              <a:ext cx="21" cy="684426"/>
            </a:xfrm>
            <a:custGeom>
              <a:avLst/>
              <a:gdLst/>
              <a:ahLst/>
              <a:cxnLst/>
              <a:rect l="l" t="t" r="r" b="b"/>
              <a:pathLst>
                <a:path w="1" h="32250" fill="none" extrusionOk="0">
                  <a:moveTo>
                    <a:pt x="0" y="0"/>
                  </a:moveTo>
                  <a:lnTo>
                    <a:pt x="0" y="3225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8"/>
            <p:cNvSpPr/>
            <p:nvPr/>
          </p:nvSpPr>
          <p:spPr>
            <a:xfrm>
              <a:off x="5023647" y="4296982"/>
              <a:ext cx="8425" cy="7767"/>
            </a:xfrm>
            <a:custGeom>
              <a:avLst/>
              <a:gdLst/>
              <a:ahLst/>
              <a:cxnLst/>
              <a:rect l="l" t="t" r="r" b="b"/>
              <a:pathLst>
                <a:path w="397" h="366" fill="none" extrusionOk="0">
                  <a:moveTo>
                    <a:pt x="396" y="1"/>
                  </a:moveTo>
                  <a:lnTo>
                    <a:pt x="396" y="365"/>
                  </a:lnTo>
                  <a:lnTo>
                    <a:pt x="1" y="365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8"/>
            <p:cNvSpPr/>
            <p:nvPr/>
          </p:nvSpPr>
          <p:spPr>
            <a:xfrm>
              <a:off x="3923154" y="4304728"/>
              <a:ext cx="1076660" cy="21"/>
            </a:xfrm>
            <a:custGeom>
              <a:avLst/>
              <a:gdLst/>
              <a:ahLst/>
              <a:cxnLst/>
              <a:rect l="l" t="t" r="r" b="b"/>
              <a:pathLst>
                <a:path w="50732" h="1" fill="none" extrusionOk="0">
                  <a:moveTo>
                    <a:pt x="50731" y="0"/>
                  </a:moveTo>
                  <a:lnTo>
                    <a:pt x="1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8"/>
            <p:cNvSpPr/>
            <p:nvPr/>
          </p:nvSpPr>
          <p:spPr>
            <a:xfrm>
              <a:off x="3902526" y="4296982"/>
              <a:ext cx="8404" cy="7767"/>
            </a:xfrm>
            <a:custGeom>
              <a:avLst/>
              <a:gdLst/>
              <a:ahLst/>
              <a:cxnLst/>
              <a:rect l="l" t="t" r="r" b="b"/>
              <a:pathLst>
                <a:path w="396" h="366" fill="none" extrusionOk="0">
                  <a:moveTo>
                    <a:pt x="395" y="365"/>
                  </a:moveTo>
                  <a:lnTo>
                    <a:pt x="0" y="365"/>
                  </a:lnTo>
                  <a:lnTo>
                    <a:pt x="0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8"/>
            <p:cNvSpPr/>
            <p:nvPr/>
          </p:nvSpPr>
          <p:spPr>
            <a:xfrm>
              <a:off x="3902526" y="3956382"/>
              <a:ext cx="21" cy="316109"/>
            </a:xfrm>
            <a:custGeom>
              <a:avLst/>
              <a:gdLst/>
              <a:ahLst/>
              <a:cxnLst/>
              <a:rect l="l" t="t" r="r" b="b"/>
              <a:pathLst>
                <a:path w="1" h="14895" fill="none" extrusionOk="0">
                  <a:moveTo>
                    <a:pt x="0" y="14895"/>
                  </a:moveTo>
                  <a:lnTo>
                    <a:pt x="0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8"/>
            <p:cNvSpPr/>
            <p:nvPr/>
          </p:nvSpPr>
          <p:spPr>
            <a:xfrm>
              <a:off x="3902526" y="3936390"/>
              <a:ext cx="8404" cy="7767"/>
            </a:xfrm>
            <a:custGeom>
              <a:avLst/>
              <a:gdLst/>
              <a:ahLst/>
              <a:cxnLst/>
              <a:rect l="l" t="t" r="r" b="b"/>
              <a:pathLst>
                <a:path w="396" h="366" fill="none" extrusionOk="0">
                  <a:moveTo>
                    <a:pt x="0" y="365"/>
                  </a:moveTo>
                  <a:lnTo>
                    <a:pt x="0" y="1"/>
                  </a:lnTo>
                  <a:lnTo>
                    <a:pt x="395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3934763" y="3936390"/>
              <a:ext cx="1077297" cy="21"/>
            </a:xfrm>
            <a:custGeom>
              <a:avLst/>
              <a:gdLst/>
              <a:ahLst/>
              <a:cxnLst/>
              <a:rect l="l" t="t" r="r" b="b"/>
              <a:pathLst>
                <a:path w="50762" h="1" fill="none" extrusionOk="0">
                  <a:moveTo>
                    <a:pt x="1" y="1"/>
                  </a:moveTo>
                  <a:lnTo>
                    <a:pt x="50762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8"/>
            <p:cNvSpPr/>
            <p:nvPr/>
          </p:nvSpPr>
          <p:spPr>
            <a:xfrm>
              <a:off x="5023647" y="3936390"/>
              <a:ext cx="8425" cy="7767"/>
            </a:xfrm>
            <a:custGeom>
              <a:avLst/>
              <a:gdLst/>
              <a:ahLst/>
              <a:cxnLst/>
              <a:rect l="l" t="t" r="r" b="b"/>
              <a:pathLst>
                <a:path w="397" h="366" fill="none" extrusionOk="0">
                  <a:moveTo>
                    <a:pt x="1" y="1"/>
                  </a:moveTo>
                  <a:lnTo>
                    <a:pt x="396" y="1"/>
                  </a:lnTo>
                  <a:lnTo>
                    <a:pt x="396" y="365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8"/>
            <p:cNvSpPr/>
            <p:nvPr/>
          </p:nvSpPr>
          <p:spPr>
            <a:xfrm>
              <a:off x="5032051" y="3968649"/>
              <a:ext cx="21" cy="316109"/>
            </a:xfrm>
            <a:custGeom>
              <a:avLst/>
              <a:gdLst/>
              <a:ahLst/>
              <a:cxnLst/>
              <a:rect l="l" t="t" r="r" b="b"/>
              <a:pathLst>
                <a:path w="1" h="14895" fill="none" extrusionOk="0">
                  <a:moveTo>
                    <a:pt x="0" y="0"/>
                  </a:moveTo>
                  <a:lnTo>
                    <a:pt x="0" y="14894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8"/>
            <p:cNvSpPr/>
            <p:nvPr/>
          </p:nvSpPr>
          <p:spPr>
            <a:xfrm>
              <a:off x="4301827" y="3543541"/>
              <a:ext cx="327718" cy="328355"/>
            </a:xfrm>
            <a:custGeom>
              <a:avLst/>
              <a:gdLst/>
              <a:ahLst/>
              <a:cxnLst/>
              <a:rect l="l" t="t" r="r" b="b"/>
              <a:pathLst>
                <a:path w="15442" h="15472" fill="none" extrusionOk="0">
                  <a:moveTo>
                    <a:pt x="0" y="1"/>
                  </a:moveTo>
                  <a:lnTo>
                    <a:pt x="15441" y="1"/>
                  </a:lnTo>
                  <a:lnTo>
                    <a:pt x="15441" y="15472"/>
                  </a:lnTo>
                  <a:lnTo>
                    <a:pt x="0" y="1547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8"/>
            <p:cNvSpPr/>
            <p:nvPr/>
          </p:nvSpPr>
          <p:spPr>
            <a:xfrm>
              <a:off x="3902526" y="3543541"/>
              <a:ext cx="328355" cy="328355"/>
            </a:xfrm>
            <a:custGeom>
              <a:avLst/>
              <a:gdLst/>
              <a:ahLst/>
              <a:cxnLst/>
              <a:rect l="l" t="t" r="r" b="b"/>
              <a:pathLst>
                <a:path w="15472" h="15472" fill="none" extrusionOk="0">
                  <a:moveTo>
                    <a:pt x="0" y="1"/>
                  </a:moveTo>
                  <a:lnTo>
                    <a:pt x="15472" y="1"/>
                  </a:lnTo>
                  <a:lnTo>
                    <a:pt x="15472" y="15472"/>
                  </a:lnTo>
                  <a:lnTo>
                    <a:pt x="0" y="1547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8"/>
            <p:cNvSpPr/>
            <p:nvPr/>
          </p:nvSpPr>
          <p:spPr>
            <a:xfrm>
              <a:off x="4703696" y="3543541"/>
              <a:ext cx="328376" cy="328355"/>
            </a:xfrm>
            <a:custGeom>
              <a:avLst/>
              <a:gdLst/>
              <a:ahLst/>
              <a:cxnLst/>
              <a:rect l="l" t="t" r="r" b="b"/>
              <a:pathLst>
                <a:path w="15473" h="15472" fill="none" extrusionOk="0">
                  <a:moveTo>
                    <a:pt x="1" y="1"/>
                  </a:moveTo>
                  <a:lnTo>
                    <a:pt x="15472" y="1"/>
                  </a:lnTo>
                  <a:lnTo>
                    <a:pt x="15472" y="15472"/>
                  </a:lnTo>
                  <a:lnTo>
                    <a:pt x="1" y="1547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8"/>
            <p:cNvSpPr/>
            <p:nvPr/>
          </p:nvSpPr>
          <p:spPr>
            <a:xfrm>
              <a:off x="4868192" y="3659012"/>
              <a:ext cx="21" cy="96138"/>
            </a:xfrm>
            <a:custGeom>
              <a:avLst/>
              <a:gdLst/>
              <a:ahLst/>
              <a:cxnLst/>
              <a:rect l="l" t="t" r="r" b="b"/>
              <a:pathLst>
                <a:path w="1" h="4530" fill="none" extrusionOk="0">
                  <a:moveTo>
                    <a:pt x="1" y="0"/>
                  </a:moveTo>
                  <a:lnTo>
                    <a:pt x="1" y="4529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8"/>
            <p:cNvSpPr/>
            <p:nvPr/>
          </p:nvSpPr>
          <p:spPr>
            <a:xfrm>
              <a:off x="4819805" y="3707400"/>
              <a:ext cx="96138" cy="21"/>
            </a:xfrm>
            <a:custGeom>
              <a:avLst/>
              <a:gdLst/>
              <a:ahLst/>
              <a:cxnLst/>
              <a:rect l="l" t="t" r="r" b="b"/>
              <a:pathLst>
                <a:path w="4530" h="1" fill="none" extrusionOk="0">
                  <a:moveTo>
                    <a:pt x="1" y="0"/>
                  </a:moveTo>
                  <a:lnTo>
                    <a:pt x="4530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8"/>
            <p:cNvSpPr/>
            <p:nvPr/>
          </p:nvSpPr>
          <p:spPr>
            <a:xfrm>
              <a:off x="3902526" y="1705099"/>
              <a:ext cx="22602" cy="22602"/>
            </a:xfrm>
            <a:custGeom>
              <a:avLst/>
              <a:gdLst/>
              <a:ahLst/>
              <a:cxnLst/>
              <a:rect l="l" t="t" r="r" b="b"/>
              <a:pathLst>
                <a:path w="1065" h="1065" fill="none" extrusionOk="0">
                  <a:moveTo>
                    <a:pt x="1064" y="517"/>
                  </a:moveTo>
                  <a:cubicBezTo>
                    <a:pt x="1064" y="821"/>
                    <a:pt x="851" y="1064"/>
                    <a:pt x="547" y="1064"/>
                  </a:cubicBezTo>
                  <a:cubicBezTo>
                    <a:pt x="243" y="1064"/>
                    <a:pt x="0" y="821"/>
                    <a:pt x="0" y="517"/>
                  </a:cubicBezTo>
                  <a:cubicBezTo>
                    <a:pt x="0" y="213"/>
                    <a:pt x="243" y="0"/>
                    <a:pt x="547" y="0"/>
                  </a:cubicBezTo>
                  <a:cubicBezTo>
                    <a:pt x="851" y="0"/>
                    <a:pt x="1064" y="213"/>
                    <a:pt x="1064" y="51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8"/>
            <p:cNvSpPr/>
            <p:nvPr/>
          </p:nvSpPr>
          <p:spPr>
            <a:xfrm>
              <a:off x="3945735" y="1705099"/>
              <a:ext cx="22602" cy="22602"/>
            </a:xfrm>
            <a:custGeom>
              <a:avLst/>
              <a:gdLst/>
              <a:ahLst/>
              <a:cxnLst/>
              <a:rect l="l" t="t" r="r" b="b"/>
              <a:pathLst>
                <a:path w="1065" h="1065" fill="none" extrusionOk="0">
                  <a:moveTo>
                    <a:pt x="1065" y="517"/>
                  </a:moveTo>
                  <a:cubicBezTo>
                    <a:pt x="1065" y="821"/>
                    <a:pt x="852" y="1064"/>
                    <a:pt x="548" y="1064"/>
                  </a:cubicBezTo>
                  <a:cubicBezTo>
                    <a:pt x="244" y="1064"/>
                    <a:pt x="1" y="821"/>
                    <a:pt x="1" y="517"/>
                  </a:cubicBezTo>
                  <a:cubicBezTo>
                    <a:pt x="1" y="213"/>
                    <a:pt x="244" y="0"/>
                    <a:pt x="548" y="0"/>
                  </a:cubicBezTo>
                  <a:cubicBezTo>
                    <a:pt x="852" y="0"/>
                    <a:pt x="1065" y="213"/>
                    <a:pt x="1065" y="51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8"/>
            <p:cNvSpPr/>
            <p:nvPr/>
          </p:nvSpPr>
          <p:spPr>
            <a:xfrm>
              <a:off x="3988965" y="1705099"/>
              <a:ext cx="22602" cy="22602"/>
            </a:xfrm>
            <a:custGeom>
              <a:avLst/>
              <a:gdLst/>
              <a:ahLst/>
              <a:cxnLst/>
              <a:rect l="l" t="t" r="r" b="b"/>
              <a:pathLst>
                <a:path w="1065" h="1065" fill="none" extrusionOk="0">
                  <a:moveTo>
                    <a:pt x="1064" y="517"/>
                  </a:moveTo>
                  <a:cubicBezTo>
                    <a:pt x="1064" y="821"/>
                    <a:pt x="851" y="1064"/>
                    <a:pt x="547" y="1064"/>
                  </a:cubicBezTo>
                  <a:cubicBezTo>
                    <a:pt x="243" y="1064"/>
                    <a:pt x="0" y="821"/>
                    <a:pt x="0" y="517"/>
                  </a:cubicBezTo>
                  <a:cubicBezTo>
                    <a:pt x="0" y="213"/>
                    <a:pt x="243" y="0"/>
                    <a:pt x="547" y="0"/>
                  </a:cubicBezTo>
                  <a:cubicBezTo>
                    <a:pt x="851" y="0"/>
                    <a:pt x="1064" y="213"/>
                    <a:pt x="1064" y="51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8"/>
            <p:cNvSpPr/>
            <p:nvPr/>
          </p:nvSpPr>
          <p:spPr>
            <a:xfrm>
              <a:off x="3220668" y="2167601"/>
              <a:ext cx="1184385" cy="338690"/>
            </a:xfrm>
            <a:custGeom>
              <a:avLst/>
              <a:gdLst/>
              <a:ahLst/>
              <a:cxnLst/>
              <a:rect l="l" t="t" r="r" b="b"/>
              <a:pathLst>
                <a:path w="55808" h="15959" extrusionOk="0">
                  <a:moveTo>
                    <a:pt x="53406" y="15959"/>
                  </a:moveTo>
                  <a:lnTo>
                    <a:pt x="2433" y="15959"/>
                  </a:lnTo>
                  <a:cubicBezTo>
                    <a:pt x="1095" y="15959"/>
                    <a:pt x="1" y="14864"/>
                    <a:pt x="1" y="13527"/>
                  </a:cubicBezTo>
                  <a:lnTo>
                    <a:pt x="1" y="2432"/>
                  </a:lnTo>
                  <a:cubicBezTo>
                    <a:pt x="1" y="1065"/>
                    <a:pt x="1095" y="1"/>
                    <a:pt x="2433" y="1"/>
                  </a:cubicBezTo>
                  <a:lnTo>
                    <a:pt x="53406" y="1"/>
                  </a:lnTo>
                  <a:cubicBezTo>
                    <a:pt x="54744" y="1"/>
                    <a:pt x="55807" y="1065"/>
                    <a:pt x="55807" y="2432"/>
                  </a:cubicBezTo>
                  <a:lnTo>
                    <a:pt x="55807" y="13527"/>
                  </a:lnTo>
                  <a:cubicBezTo>
                    <a:pt x="55807" y="14864"/>
                    <a:pt x="54744" y="15959"/>
                    <a:pt x="53406" y="1595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8"/>
            <p:cNvSpPr/>
            <p:nvPr/>
          </p:nvSpPr>
          <p:spPr>
            <a:xfrm>
              <a:off x="3220668" y="2167601"/>
              <a:ext cx="1184385" cy="338690"/>
            </a:xfrm>
            <a:custGeom>
              <a:avLst/>
              <a:gdLst/>
              <a:ahLst/>
              <a:cxnLst/>
              <a:rect l="l" t="t" r="r" b="b"/>
              <a:pathLst>
                <a:path w="55808" h="15959" fill="none" extrusionOk="0">
                  <a:moveTo>
                    <a:pt x="53406" y="15959"/>
                  </a:moveTo>
                  <a:lnTo>
                    <a:pt x="2433" y="15959"/>
                  </a:lnTo>
                  <a:cubicBezTo>
                    <a:pt x="1095" y="15959"/>
                    <a:pt x="1" y="14864"/>
                    <a:pt x="1" y="13527"/>
                  </a:cubicBezTo>
                  <a:lnTo>
                    <a:pt x="1" y="2432"/>
                  </a:lnTo>
                  <a:cubicBezTo>
                    <a:pt x="1" y="1065"/>
                    <a:pt x="1095" y="1"/>
                    <a:pt x="2433" y="1"/>
                  </a:cubicBezTo>
                  <a:lnTo>
                    <a:pt x="53406" y="1"/>
                  </a:lnTo>
                  <a:cubicBezTo>
                    <a:pt x="54744" y="1"/>
                    <a:pt x="55807" y="1065"/>
                    <a:pt x="55807" y="2432"/>
                  </a:cubicBezTo>
                  <a:lnTo>
                    <a:pt x="55807" y="13527"/>
                  </a:lnTo>
                  <a:cubicBezTo>
                    <a:pt x="55807" y="14864"/>
                    <a:pt x="54744" y="15959"/>
                    <a:pt x="53406" y="1595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8"/>
            <p:cNvSpPr/>
            <p:nvPr/>
          </p:nvSpPr>
          <p:spPr>
            <a:xfrm>
              <a:off x="3790280" y="2270169"/>
              <a:ext cx="65174" cy="74852"/>
            </a:xfrm>
            <a:custGeom>
              <a:avLst/>
              <a:gdLst/>
              <a:ahLst/>
              <a:cxnLst/>
              <a:rect l="l" t="t" r="r" b="b"/>
              <a:pathLst>
                <a:path w="3071" h="3527" fill="none" extrusionOk="0">
                  <a:moveTo>
                    <a:pt x="3070" y="1764"/>
                  </a:moveTo>
                  <a:lnTo>
                    <a:pt x="0" y="1"/>
                  </a:lnTo>
                  <a:lnTo>
                    <a:pt x="0" y="352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8"/>
            <p:cNvSpPr/>
            <p:nvPr/>
          </p:nvSpPr>
          <p:spPr>
            <a:xfrm>
              <a:off x="3726422" y="2221145"/>
              <a:ext cx="172900" cy="173558"/>
            </a:xfrm>
            <a:custGeom>
              <a:avLst/>
              <a:gdLst/>
              <a:ahLst/>
              <a:cxnLst/>
              <a:rect l="l" t="t" r="r" b="b"/>
              <a:pathLst>
                <a:path w="8147" h="8178" fill="none" extrusionOk="0">
                  <a:moveTo>
                    <a:pt x="6718" y="1460"/>
                  </a:moveTo>
                  <a:cubicBezTo>
                    <a:pt x="8146" y="2919"/>
                    <a:pt x="8146" y="5259"/>
                    <a:pt x="6718" y="6718"/>
                  </a:cubicBezTo>
                  <a:cubicBezTo>
                    <a:pt x="5259" y="8177"/>
                    <a:pt x="2918" y="8177"/>
                    <a:pt x="1459" y="6718"/>
                  </a:cubicBezTo>
                  <a:cubicBezTo>
                    <a:pt x="0" y="5259"/>
                    <a:pt x="0" y="2919"/>
                    <a:pt x="1459" y="1460"/>
                  </a:cubicBezTo>
                  <a:cubicBezTo>
                    <a:pt x="2918" y="1"/>
                    <a:pt x="5259" y="1"/>
                    <a:pt x="6718" y="146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8"/>
            <p:cNvSpPr/>
            <p:nvPr/>
          </p:nvSpPr>
          <p:spPr>
            <a:xfrm>
              <a:off x="3946393" y="2283073"/>
              <a:ext cx="42594" cy="49703"/>
            </a:xfrm>
            <a:custGeom>
              <a:avLst/>
              <a:gdLst/>
              <a:ahLst/>
              <a:cxnLst/>
              <a:rect l="l" t="t" r="r" b="b"/>
              <a:pathLst>
                <a:path w="2007" h="2342" fill="none" extrusionOk="0">
                  <a:moveTo>
                    <a:pt x="2006" y="1156"/>
                  </a:moveTo>
                  <a:lnTo>
                    <a:pt x="0" y="1"/>
                  </a:lnTo>
                  <a:lnTo>
                    <a:pt x="0" y="234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8"/>
            <p:cNvSpPr/>
            <p:nvPr/>
          </p:nvSpPr>
          <p:spPr>
            <a:xfrm>
              <a:off x="3990896" y="2280505"/>
              <a:ext cx="21" cy="54202"/>
            </a:xfrm>
            <a:custGeom>
              <a:avLst/>
              <a:gdLst/>
              <a:ahLst/>
              <a:cxnLst/>
              <a:rect l="l" t="t" r="r" b="b"/>
              <a:pathLst>
                <a:path w="1" h="2554" fill="none" extrusionOk="0">
                  <a:moveTo>
                    <a:pt x="0" y="2553"/>
                  </a:move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8"/>
            <p:cNvSpPr/>
            <p:nvPr/>
          </p:nvSpPr>
          <p:spPr>
            <a:xfrm>
              <a:off x="3914771" y="2255335"/>
              <a:ext cx="104521" cy="104521"/>
            </a:xfrm>
            <a:custGeom>
              <a:avLst/>
              <a:gdLst/>
              <a:ahLst/>
              <a:cxnLst/>
              <a:rect l="l" t="t" r="r" b="b"/>
              <a:pathLst>
                <a:path w="4925" h="4925" fill="none" extrusionOk="0">
                  <a:moveTo>
                    <a:pt x="4925" y="2463"/>
                  </a:moveTo>
                  <a:cubicBezTo>
                    <a:pt x="4925" y="3830"/>
                    <a:pt x="3831" y="4925"/>
                    <a:pt x="2463" y="4925"/>
                  </a:cubicBezTo>
                  <a:cubicBezTo>
                    <a:pt x="1095" y="4925"/>
                    <a:pt x="1" y="3830"/>
                    <a:pt x="1" y="2463"/>
                  </a:cubicBezTo>
                  <a:cubicBezTo>
                    <a:pt x="1" y="1125"/>
                    <a:pt x="1095" y="1"/>
                    <a:pt x="2463" y="1"/>
                  </a:cubicBezTo>
                  <a:cubicBezTo>
                    <a:pt x="3831" y="1"/>
                    <a:pt x="4925" y="1125"/>
                    <a:pt x="4925" y="246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8"/>
            <p:cNvSpPr/>
            <p:nvPr/>
          </p:nvSpPr>
          <p:spPr>
            <a:xfrm>
              <a:off x="4210868" y="2255335"/>
              <a:ext cx="105157" cy="104521"/>
            </a:xfrm>
            <a:custGeom>
              <a:avLst/>
              <a:gdLst/>
              <a:ahLst/>
              <a:cxnLst/>
              <a:rect l="l" t="t" r="r" b="b"/>
              <a:pathLst>
                <a:path w="4955" h="4925" fill="none" extrusionOk="0">
                  <a:moveTo>
                    <a:pt x="4955" y="2463"/>
                  </a:moveTo>
                  <a:cubicBezTo>
                    <a:pt x="4955" y="3830"/>
                    <a:pt x="3830" y="4925"/>
                    <a:pt x="2462" y="4925"/>
                  </a:cubicBezTo>
                  <a:cubicBezTo>
                    <a:pt x="1125" y="4925"/>
                    <a:pt x="0" y="3830"/>
                    <a:pt x="0" y="2463"/>
                  </a:cubicBezTo>
                  <a:cubicBezTo>
                    <a:pt x="0" y="1125"/>
                    <a:pt x="1125" y="1"/>
                    <a:pt x="2462" y="1"/>
                  </a:cubicBezTo>
                  <a:cubicBezTo>
                    <a:pt x="3830" y="1"/>
                    <a:pt x="4955" y="1125"/>
                    <a:pt x="4955" y="246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8"/>
            <p:cNvSpPr/>
            <p:nvPr/>
          </p:nvSpPr>
          <p:spPr>
            <a:xfrm>
              <a:off x="4233448" y="2285662"/>
              <a:ext cx="29690" cy="44525"/>
            </a:xfrm>
            <a:custGeom>
              <a:avLst/>
              <a:gdLst/>
              <a:ahLst/>
              <a:cxnLst/>
              <a:rect l="l" t="t" r="r" b="b"/>
              <a:pathLst>
                <a:path w="1399" h="2098" fill="none" extrusionOk="0">
                  <a:moveTo>
                    <a:pt x="0" y="578"/>
                  </a:moveTo>
                  <a:lnTo>
                    <a:pt x="0" y="1490"/>
                  </a:lnTo>
                  <a:lnTo>
                    <a:pt x="669" y="1490"/>
                  </a:lnTo>
                  <a:lnTo>
                    <a:pt x="1398" y="2098"/>
                  </a:lnTo>
                  <a:lnTo>
                    <a:pt x="1398" y="0"/>
                  </a:lnTo>
                  <a:lnTo>
                    <a:pt x="699" y="578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8"/>
            <p:cNvSpPr/>
            <p:nvPr/>
          </p:nvSpPr>
          <p:spPr>
            <a:xfrm>
              <a:off x="4274726" y="2288888"/>
              <a:ext cx="13561" cy="38073"/>
            </a:xfrm>
            <a:custGeom>
              <a:avLst/>
              <a:gdLst/>
              <a:ahLst/>
              <a:cxnLst/>
              <a:rect l="l" t="t" r="r" b="b"/>
              <a:pathLst>
                <a:path w="639" h="1794" fill="none" extrusionOk="0">
                  <a:moveTo>
                    <a:pt x="1" y="0"/>
                  </a:moveTo>
                  <a:cubicBezTo>
                    <a:pt x="1" y="0"/>
                    <a:pt x="639" y="882"/>
                    <a:pt x="1" y="1794"/>
                  </a:cubicBez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8"/>
            <p:cNvSpPr/>
            <p:nvPr/>
          </p:nvSpPr>
          <p:spPr>
            <a:xfrm>
              <a:off x="4285698" y="2279210"/>
              <a:ext cx="20649" cy="57428"/>
            </a:xfrm>
            <a:custGeom>
              <a:avLst/>
              <a:gdLst/>
              <a:ahLst/>
              <a:cxnLst/>
              <a:rect l="l" t="t" r="r" b="b"/>
              <a:pathLst>
                <a:path w="973" h="2706" fill="none" extrusionOk="0">
                  <a:moveTo>
                    <a:pt x="0" y="0"/>
                  </a:moveTo>
                  <a:cubicBezTo>
                    <a:pt x="0" y="0"/>
                    <a:pt x="973" y="1338"/>
                    <a:pt x="0" y="2705"/>
                  </a:cubicBez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8"/>
            <p:cNvSpPr/>
            <p:nvPr/>
          </p:nvSpPr>
          <p:spPr>
            <a:xfrm>
              <a:off x="3340024" y="2283073"/>
              <a:ext cx="43230" cy="49703"/>
            </a:xfrm>
            <a:custGeom>
              <a:avLst/>
              <a:gdLst/>
              <a:ahLst/>
              <a:cxnLst/>
              <a:rect l="l" t="t" r="r" b="b"/>
              <a:pathLst>
                <a:path w="2037" h="2342" fill="none" extrusionOk="0">
                  <a:moveTo>
                    <a:pt x="2037" y="1156"/>
                  </a:moveTo>
                  <a:lnTo>
                    <a:pt x="0" y="1"/>
                  </a:lnTo>
                  <a:lnTo>
                    <a:pt x="0" y="234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8"/>
            <p:cNvSpPr/>
            <p:nvPr/>
          </p:nvSpPr>
          <p:spPr>
            <a:xfrm>
              <a:off x="3384527" y="2280505"/>
              <a:ext cx="21" cy="54202"/>
            </a:xfrm>
            <a:custGeom>
              <a:avLst/>
              <a:gdLst/>
              <a:ahLst/>
              <a:cxnLst/>
              <a:rect l="l" t="t" r="r" b="b"/>
              <a:pathLst>
                <a:path w="1" h="2554" fill="none" extrusionOk="0">
                  <a:moveTo>
                    <a:pt x="0" y="2553"/>
                  </a:moveTo>
                  <a:lnTo>
                    <a:pt x="0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8"/>
            <p:cNvSpPr/>
            <p:nvPr/>
          </p:nvSpPr>
          <p:spPr>
            <a:xfrm>
              <a:off x="3308402" y="2255335"/>
              <a:ext cx="104521" cy="104521"/>
            </a:xfrm>
            <a:custGeom>
              <a:avLst/>
              <a:gdLst/>
              <a:ahLst/>
              <a:cxnLst/>
              <a:rect l="l" t="t" r="r" b="b"/>
              <a:pathLst>
                <a:path w="4925" h="4925" fill="none" extrusionOk="0">
                  <a:moveTo>
                    <a:pt x="4925" y="2463"/>
                  </a:moveTo>
                  <a:cubicBezTo>
                    <a:pt x="4925" y="3830"/>
                    <a:pt x="3831" y="4925"/>
                    <a:pt x="2463" y="4925"/>
                  </a:cubicBezTo>
                  <a:cubicBezTo>
                    <a:pt x="1095" y="4925"/>
                    <a:pt x="1" y="3830"/>
                    <a:pt x="1" y="2463"/>
                  </a:cubicBezTo>
                  <a:cubicBezTo>
                    <a:pt x="1" y="1125"/>
                    <a:pt x="1095" y="1"/>
                    <a:pt x="2463" y="1"/>
                  </a:cubicBezTo>
                  <a:cubicBezTo>
                    <a:pt x="3831" y="1"/>
                    <a:pt x="4925" y="1125"/>
                    <a:pt x="4925" y="246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8"/>
            <p:cNvSpPr/>
            <p:nvPr/>
          </p:nvSpPr>
          <p:spPr>
            <a:xfrm>
              <a:off x="3636757" y="2283073"/>
              <a:ext cx="43230" cy="49703"/>
            </a:xfrm>
            <a:custGeom>
              <a:avLst/>
              <a:gdLst/>
              <a:ahLst/>
              <a:cxnLst/>
              <a:rect l="l" t="t" r="r" b="b"/>
              <a:pathLst>
                <a:path w="2037" h="2342" fill="none" extrusionOk="0">
                  <a:moveTo>
                    <a:pt x="0" y="1156"/>
                  </a:moveTo>
                  <a:lnTo>
                    <a:pt x="2037" y="2341"/>
                  </a:lnTo>
                  <a:lnTo>
                    <a:pt x="2037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8"/>
            <p:cNvSpPr/>
            <p:nvPr/>
          </p:nvSpPr>
          <p:spPr>
            <a:xfrm>
              <a:off x="3634804" y="2280505"/>
              <a:ext cx="21" cy="54202"/>
            </a:xfrm>
            <a:custGeom>
              <a:avLst/>
              <a:gdLst/>
              <a:ahLst/>
              <a:cxnLst/>
              <a:rect l="l" t="t" r="r" b="b"/>
              <a:pathLst>
                <a:path w="1" h="2554" fill="none" extrusionOk="0">
                  <a:moveTo>
                    <a:pt x="1" y="0"/>
                  </a:moveTo>
                  <a:lnTo>
                    <a:pt x="1" y="2553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8"/>
            <p:cNvSpPr/>
            <p:nvPr/>
          </p:nvSpPr>
          <p:spPr>
            <a:xfrm>
              <a:off x="3606430" y="2255335"/>
              <a:ext cx="105179" cy="104521"/>
            </a:xfrm>
            <a:custGeom>
              <a:avLst/>
              <a:gdLst/>
              <a:ahLst/>
              <a:cxnLst/>
              <a:rect l="l" t="t" r="r" b="b"/>
              <a:pathLst>
                <a:path w="4956" h="4925" fill="none" extrusionOk="0">
                  <a:moveTo>
                    <a:pt x="4955" y="2463"/>
                  </a:moveTo>
                  <a:cubicBezTo>
                    <a:pt x="4955" y="3830"/>
                    <a:pt x="3830" y="4925"/>
                    <a:pt x="2493" y="4925"/>
                  </a:cubicBezTo>
                  <a:cubicBezTo>
                    <a:pt x="1125" y="4925"/>
                    <a:pt x="1" y="3830"/>
                    <a:pt x="1" y="2463"/>
                  </a:cubicBezTo>
                  <a:cubicBezTo>
                    <a:pt x="1" y="1125"/>
                    <a:pt x="1125" y="1"/>
                    <a:pt x="2493" y="1"/>
                  </a:cubicBezTo>
                  <a:cubicBezTo>
                    <a:pt x="3830" y="1"/>
                    <a:pt x="4955" y="1125"/>
                    <a:pt x="4955" y="246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8"/>
            <p:cNvSpPr/>
            <p:nvPr/>
          </p:nvSpPr>
          <p:spPr>
            <a:xfrm>
              <a:off x="3650296" y="2439822"/>
              <a:ext cx="665729" cy="21"/>
            </a:xfrm>
            <a:custGeom>
              <a:avLst/>
              <a:gdLst/>
              <a:ahLst/>
              <a:cxnLst/>
              <a:rect l="l" t="t" r="r" b="b"/>
              <a:pathLst>
                <a:path w="31369" h="1" fill="none" extrusionOk="0">
                  <a:moveTo>
                    <a:pt x="0" y="1"/>
                  </a:moveTo>
                  <a:lnTo>
                    <a:pt x="31369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8"/>
            <p:cNvSpPr/>
            <p:nvPr/>
          </p:nvSpPr>
          <p:spPr>
            <a:xfrm>
              <a:off x="3308402" y="2439822"/>
              <a:ext cx="306432" cy="21"/>
            </a:xfrm>
            <a:custGeom>
              <a:avLst/>
              <a:gdLst/>
              <a:ahLst/>
              <a:cxnLst/>
              <a:rect l="l" t="t" r="r" b="b"/>
              <a:pathLst>
                <a:path w="14439" h="1" fill="none" extrusionOk="0">
                  <a:moveTo>
                    <a:pt x="1" y="1"/>
                  </a:moveTo>
                  <a:lnTo>
                    <a:pt x="14439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8"/>
            <p:cNvSpPr/>
            <p:nvPr/>
          </p:nvSpPr>
          <p:spPr>
            <a:xfrm>
              <a:off x="3617402" y="2423693"/>
              <a:ext cx="32916" cy="32937"/>
            </a:xfrm>
            <a:custGeom>
              <a:avLst/>
              <a:gdLst/>
              <a:ahLst/>
              <a:cxnLst/>
              <a:rect l="l" t="t" r="r" b="b"/>
              <a:pathLst>
                <a:path w="1551" h="1552" fill="none" extrusionOk="0">
                  <a:moveTo>
                    <a:pt x="1550" y="761"/>
                  </a:moveTo>
                  <a:cubicBezTo>
                    <a:pt x="1550" y="335"/>
                    <a:pt x="1216" y="1"/>
                    <a:pt x="791" y="1"/>
                  </a:cubicBezTo>
                  <a:cubicBezTo>
                    <a:pt x="365" y="1"/>
                    <a:pt x="0" y="335"/>
                    <a:pt x="0" y="761"/>
                  </a:cubicBezTo>
                  <a:cubicBezTo>
                    <a:pt x="0" y="1186"/>
                    <a:pt x="365" y="1551"/>
                    <a:pt x="791" y="1551"/>
                  </a:cubicBezTo>
                  <a:cubicBezTo>
                    <a:pt x="1216" y="1551"/>
                    <a:pt x="1550" y="1186"/>
                    <a:pt x="1550" y="76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8"/>
            <p:cNvSpPr/>
            <p:nvPr/>
          </p:nvSpPr>
          <p:spPr>
            <a:xfrm>
              <a:off x="5252022" y="3488065"/>
              <a:ext cx="362544" cy="362544"/>
            </a:xfrm>
            <a:custGeom>
              <a:avLst/>
              <a:gdLst/>
              <a:ahLst/>
              <a:cxnLst/>
              <a:rect l="l" t="t" r="r" b="b"/>
              <a:pathLst>
                <a:path w="17083" h="17083" extrusionOk="0">
                  <a:moveTo>
                    <a:pt x="17082" y="8542"/>
                  </a:moveTo>
                  <a:cubicBezTo>
                    <a:pt x="17082" y="13283"/>
                    <a:pt x="13283" y="17083"/>
                    <a:pt x="8541" y="17083"/>
                  </a:cubicBezTo>
                  <a:cubicBezTo>
                    <a:pt x="3830" y="17083"/>
                    <a:pt x="0" y="13283"/>
                    <a:pt x="0" y="8542"/>
                  </a:cubicBezTo>
                  <a:cubicBezTo>
                    <a:pt x="0" y="3830"/>
                    <a:pt x="3830" y="1"/>
                    <a:pt x="8541" y="1"/>
                  </a:cubicBezTo>
                  <a:cubicBezTo>
                    <a:pt x="13283" y="1"/>
                    <a:pt x="17082" y="3830"/>
                    <a:pt x="17082" y="854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8"/>
            <p:cNvSpPr/>
            <p:nvPr/>
          </p:nvSpPr>
          <p:spPr>
            <a:xfrm>
              <a:off x="5338461" y="3602879"/>
              <a:ext cx="190302" cy="132917"/>
            </a:xfrm>
            <a:custGeom>
              <a:avLst/>
              <a:gdLst/>
              <a:ahLst/>
              <a:cxnLst/>
              <a:rect l="l" t="t" r="r" b="b"/>
              <a:pathLst>
                <a:path w="8967" h="6263" fill="none" extrusionOk="0">
                  <a:moveTo>
                    <a:pt x="0" y="1"/>
                  </a:moveTo>
                  <a:lnTo>
                    <a:pt x="8967" y="1"/>
                  </a:lnTo>
                  <a:lnTo>
                    <a:pt x="8967" y="6262"/>
                  </a:lnTo>
                  <a:lnTo>
                    <a:pt x="0" y="6262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8"/>
            <p:cNvSpPr/>
            <p:nvPr/>
          </p:nvSpPr>
          <p:spPr>
            <a:xfrm>
              <a:off x="5338461" y="3602879"/>
              <a:ext cx="190302" cy="78078"/>
            </a:xfrm>
            <a:custGeom>
              <a:avLst/>
              <a:gdLst/>
              <a:ahLst/>
              <a:cxnLst/>
              <a:rect l="l" t="t" r="r" b="b"/>
              <a:pathLst>
                <a:path w="8967" h="3679" fill="none" extrusionOk="0">
                  <a:moveTo>
                    <a:pt x="0" y="1"/>
                  </a:moveTo>
                  <a:lnTo>
                    <a:pt x="3800" y="3345"/>
                  </a:lnTo>
                  <a:cubicBezTo>
                    <a:pt x="4195" y="3679"/>
                    <a:pt x="4772" y="3679"/>
                    <a:pt x="5167" y="3345"/>
                  </a:cubicBezTo>
                  <a:lnTo>
                    <a:pt x="8967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8"/>
            <p:cNvSpPr/>
            <p:nvPr/>
          </p:nvSpPr>
          <p:spPr>
            <a:xfrm>
              <a:off x="5453912" y="3670621"/>
              <a:ext cx="74852" cy="65174"/>
            </a:xfrm>
            <a:custGeom>
              <a:avLst/>
              <a:gdLst/>
              <a:ahLst/>
              <a:cxnLst/>
              <a:rect l="l" t="t" r="r" b="b"/>
              <a:pathLst>
                <a:path w="3527" h="3071" fill="none" extrusionOk="0">
                  <a:moveTo>
                    <a:pt x="3527" y="3070"/>
                  </a:moveTo>
                  <a:lnTo>
                    <a:pt x="1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8"/>
            <p:cNvSpPr/>
            <p:nvPr/>
          </p:nvSpPr>
          <p:spPr>
            <a:xfrm>
              <a:off x="5338461" y="3670621"/>
              <a:ext cx="74831" cy="65174"/>
            </a:xfrm>
            <a:custGeom>
              <a:avLst/>
              <a:gdLst/>
              <a:ahLst/>
              <a:cxnLst/>
              <a:rect l="l" t="t" r="r" b="b"/>
              <a:pathLst>
                <a:path w="3526" h="3071" fill="none" extrusionOk="0">
                  <a:moveTo>
                    <a:pt x="0" y="3070"/>
                  </a:moveTo>
                  <a:lnTo>
                    <a:pt x="3526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8"/>
            <p:cNvSpPr/>
            <p:nvPr/>
          </p:nvSpPr>
          <p:spPr>
            <a:xfrm>
              <a:off x="3183911" y="3866080"/>
              <a:ext cx="474790" cy="460592"/>
            </a:xfrm>
            <a:custGeom>
              <a:avLst/>
              <a:gdLst/>
              <a:ahLst/>
              <a:cxnLst/>
              <a:rect l="l" t="t" r="r" b="b"/>
              <a:pathLst>
                <a:path w="22372" h="21703" extrusionOk="0">
                  <a:moveTo>
                    <a:pt x="20457" y="21703"/>
                  </a:moveTo>
                  <a:lnTo>
                    <a:pt x="1885" y="21703"/>
                  </a:lnTo>
                  <a:cubicBezTo>
                    <a:pt x="851" y="21703"/>
                    <a:pt x="0" y="20852"/>
                    <a:pt x="0" y="19818"/>
                  </a:cubicBezTo>
                  <a:lnTo>
                    <a:pt x="0" y="1915"/>
                  </a:lnTo>
                  <a:cubicBezTo>
                    <a:pt x="0" y="851"/>
                    <a:pt x="851" y="0"/>
                    <a:pt x="1885" y="0"/>
                  </a:cubicBezTo>
                  <a:lnTo>
                    <a:pt x="20457" y="0"/>
                  </a:lnTo>
                  <a:cubicBezTo>
                    <a:pt x="21521" y="0"/>
                    <a:pt x="22372" y="851"/>
                    <a:pt x="22372" y="1915"/>
                  </a:cubicBezTo>
                  <a:lnTo>
                    <a:pt x="22372" y="19818"/>
                  </a:lnTo>
                  <a:cubicBezTo>
                    <a:pt x="22372" y="20852"/>
                    <a:pt x="21521" y="21703"/>
                    <a:pt x="20457" y="2170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8"/>
            <p:cNvSpPr/>
            <p:nvPr/>
          </p:nvSpPr>
          <p:spPr>
            <a:xfrm>
              <a:off x="3263898" y="4242801"/>
              <a:ext cx="314815" cy="21"/>
            </a:xfrm>
            <a:custGeom>
              <a:avLst/>
              <a:gdLst/>
              <a:ahLst/>
              <a:cxnLst/>
              <a:rect l="l" t="t" r="r" b="b"/>
              <a:pathLst>
                <a:path w="14834" h="1" fill="none" extrusionOk="0">
                  <a:moveTo>
                    <a:pt x="0" y="0"/>
                  </a:moveTo>
                  <a:lnTo>
                    <a:pt x="14834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8"/>
            <p:cNvSpPr/>
            <p:nvPr/>
          </p:nvSpPr>
          <p:spPr>
            <a:xfrm>
              <a:off x="3294225" y="3953814"/>
              <a:ext cx="253524" cy="177399"/>
            </a:xfrm>
            <a:custGeom>
              <a:avLst/>
              <a:gdLst/>
              <a:ahLst/>
              <a:cxnLst/>
              <a:rect l="l" t="t" r="r" b="b"/>
              <a:pathLst>
                <a:path w="11946" h="8359" fill="none" extrusionOk="0">
                  <a:moveTo>
                    <a:pt x="8906" y="2249"/>
                  </a:moveTo>
                  <a:cubicBezTo>
                    <a:pt x="8845" y="2249"/>
                    <a:pt x="8815" y="2249"/>
                    <a:pt x="8784" y="2249"/>
                  </a:cubicBezTo>
                  <a:cubicBezTo>
                    <a:pt x="8268" y="942"/>
                    <a:pt x="6961" y="0"/>
                    <a:pt x="5471" y="0"/>
                  </a:cubicBezTo>
                  <a:cubicBezTo>
                    <a:pt x="3496" y="0"/>
                    <a:pt x="1885" y="1611"/>
                    <a:pt x="1885" y="3587"/>
                  </a:cubicBezTo>
                  <a:cubicBezTo>
                    <a:pt x="1885" y="3800"/>
                    <a:pt x="1915" y="3982"/>
                    <a:pt x="1945" y="4195"/>
                  </a:cubicBezTo>
                  <a:cubicBezTo>
                    <a:pt x="851" y="4286"/>
                    <a:pt x="0" y="5167"/>
                    <a:pt x="0" y="6262"/>
                  </a:cubicBezTo>
                  <a:cubicBezTo>
                    <a:pt x="0" y="7417"/>
                    <a:pt x="942" y="8359"/>
                    <a:pt x="2097" y="8359"/>
                  </a:cubicBezTo>
                  <a:lnTo>
                    <a:pt x="8906" y="8359"/>
                  </a:lnTo>
                  <a:cubicBezTo>
                    <a:pt x="10578" y="8359"/>
                    <a:pt x="11946" y="6991"/>
                    <a:pt x="11946" y="5289"/>
                  </a:cubicBezTo>
                  <a:cubicBezTo>
                    <a:pt x="11946" y="3617"/>
                    <a:pt x="10578" y="2249"/>
                    <a:pt x="8906" y="22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8"/>
            <p:cNvSpPr/>
            <p:nvPr/>
          </p:nvSpPr>
          <p:spPr>
            <a:xfrm>
              <a:off x="3419353" y="4055088"/>
              <a:ext cx="50998" cy="134827"/>
            </a:xfrm>
            <a:custGeom>
              <a:avLst/>
              <a:gdLst/>
              <a:ahLst/>
              <a:cxnLst/>
              <a:rect l="l" t="t" r="r" b="b"/>
              <a:pathLst>
                <a:path w="2403" h="6353" fill="none" extrusionOk="0">
                  <a:moveTo>
                    <a:pt x="2402" y="2645"/>
                  </a:moveTo>
                  <a:lnTo>
                    <a:pt x="1" y="0"/>
                  </a:lnTo>
                  <a:lnTo>
                    <a:pt x="1" y="6353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8"/>
            <p:cNvSpPr/>
            <p:nvPr/>
          </p:nvSpPr>
          <p:spPr>
            <a:xfrm>
              <a:off x="3371624" y="4055088"/>
              <a:ext cx="47751" cy="55497"/>
            </a:xfrm>
            <a:custGeom>
              <a:avLst/>
              <a:gdLst/>
              <a:ahLst/>
              <a:cxnLst/>
              <a:rect l="l" t="t" r="r" b="b"/>
              <a:pathLst>
                <a:path w="2250" h="2615" fill="none" extrusionOk="0">
                  <a:moveTo>
                    <a:pt x="2250" y="0"/>
                  </a:moveTo>
                  <a:lnTo>
                    <a:pt x="1" y="2614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8"/>
            <p:cNvSpPr/>
            <p:nvPr/>
          </p:nvSpPr>
          <p:spPr>
            <a:xfrm>
              <a:off x="3223257" y="1759893"/>
              <a:ext cx="362544" cy="362544"/>
            </a:xfrm>
            <a:custGeom>
              <a:avLst/>
              <a:gdLst/>
              <a:ahLst/>
              <a:cxnLst/>
              <a:rect l="l" t="t" r="r" b="b"/>
              <a:pathLst>
                <a:path w="17083" h="17083" extrusionOk="0">
                  <a:moveTo>
                    <a:pt x="17083" y="8541"/>
                  </a:moveTo>
                  <a:cubicBezTo>
                    <a:pt x="17083" y="13252"/>
                    <a:pt x="13283" y="17082"/>
                    <a:pt x="8542" y="17082"/>
                  </a:cubicBezTo>
                  <a:cubicBezTo>
                    <a:pt x="3830" y="17082"/>
                    <a:pt x="1" y="13252"/>
                    <a:pt x="1" y="8541"/>
                  </a:cubicBezTo>
                  <a:cubicBezTo>
                    <a:pt x="1" y="3830"/>
                    <a:pt x="3830" y="0"/>
                    <a:pt x="8542" y="0"/>
                  </a:cubicBezTo>
                  <a:cubicBezTo>
                    <a:pt x="13283" y="0"/>
                    <a:pt x="17083" y="3830"/>
                    <a:pt x="17083" y="854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8"/>
            <p:cNvSpPr/>
            <p:nvPr/>
          </p:nvSpPr>
          <p:spPr>
            <a:xfrm>
              <a:off x="3301950" y="1850194"/>
              <a:ext cx="205816" cy="181919"/>
            </a:xfrm>
            <a:custGeom>
              <a:avLst/>
              <a:gdLst/>
              <a:ahLst/>
              <a:cxnLst/>
              <a:rect l="l" t="t" r="r" b="b"/>
              <a:pathLst>
                <a:path w="9698" h="8572" fill="none" extrusionOk="0">
                  <a:moveTo>
                    <a:pt x="4834" y="0"/>
                  </a:moveTo>
                  <a:cubicBezTo>
                    <a:pt x="2159" y="0"/>
                    <a:pt x="1" y="1794"/>
                    <a:pt x="1" y="3982"/>
                  </a:cubicBezTo>
                  <a:cubicBezTo>
                    <a:pt x="1" y="5502"/>
                    <a:pt x="1004" y="6809"/>
                    <a:pt x="2524" y="7478"/>
                  </a:cubicBezTo>
                  <a:cubicBezTo>
                    <a:pt x="2524" y="7478"/>
                    <a:pt x="2037" y="8420"/>
                    <a:pt x="1612" y="8572"/>
                  </a:cubicBezTo>
                  <a:cubicBezTo>
                    <a:pt x="1612" y="8572"/>
                    <a:pt x="2828" y="8390"/>
                    <a:pt x="3557" y="7812"/>
                  </a:cubicBezTo>
                  <a:cubicBezTo>
                    <a:pt x="3983" y="7903"/>
                    <a:pt x="4408" y="7964"/>
                    <a:pt x="4834" y="7964"/>
                  </a:cubicBezTo>
                  <a:cubicBezTo>
                    <a:pt x="7509" y="7964"/>
                    <a:pt x="9697" y="6171"/>
                    <a:pt x="9697" y="3982"/>
                  </a:cubicBezTo>
                  <a:cubicBezTo>
                    <a:pt x="9697" y="1794"/>
                    <a:pt x="7509" y="0"/>
                    <a:pt x="483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8"/>
            <p:cNvSpPr/>
            <p:nvPr/>
          </p:nvSpPr>
          <p:spPr>
            <a:xfrm>
              <a:off x="4529523" y="3052643"/>
              <a:ext cx="1249538" cy="331580"/>
            </a:xfrm>
            <a:custGeom>
              <a:avLst/>
              <a:gdLst/>
              <a:ahLst/>
              <a:cxnLst/>
              <a:rect l="l" t="t" r="r" b="b"/>
              <a:pathLst>
                <a:path w="58878" h="15624" extrusionOk="0">
                  <a:moveTo>
                    <a:pt x="56962" y="15624"/>
                  </a:moveTo>
                  <a:lnTo>
                    <a:pt x="1885" y="15624"/>
                  </a:lnTo>
                  <a:cubicBezTo>
                    <a:pt x="852" y="15624"/>
                    <a:pt x="1" y="14773"/>
                    <a:pt x="1" y="13709"/>
                  </a:cubicBezTo>
                  <a:lnTo>
                    <a:pt x="1" y="1915"/>
                  </a:lnTo>
                  <a:cubicBezTo>
                    <a:pt x="1" y="852"/>
                    <a:pt x="852" y="1"/>
                    <a:pt x="1885" y="1"/>
                  </a:cubicBezTo>
                  <a:lnTo>
                    <a:pt x="56962" y="1"/>
                  </a:lnTo>
                  <a:cubicBezTo>
                    <a:pt x="58026" y="1"/>
                    <a:pt x="58877" y="852"/>
                    <a:pt x="58877" y="1915"/>
                  </a:cubicBezTo>
                  <a:lnTo>
                    <a:pt x="58877" y="13709"/>
                  </a:lnTo>
                  <a:cubicBezTo>
                    <a:pt x="58877" y="14773"/>
                    <a:pt x="58026" y="15624"/>
                    <a:pt x="56962" y="1562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8"/>
            <p:cNvSpPr/>
            <p:nvPr/>
          </p:nvSpPr>
          <p:spPr>
            <a:xfrm>
              <a:off x="4529523" y="3052643"/>
              <a:ext cx="1249538" cy="331580"/>
            </a:xfrm>
            <a:custGeom>
              <a:avLst/>
              <a:gdLst/>
              <a:ahLst/>
              <a:cxnLst/>
              <a:rect l="l" t="t" r="r" b="b"/>
              <a:pathLst>
                <a:path w="58878" h="15624" fill="none" extrusionOk="0">
                  <a:moveTo>
                    <a:pt x="56962" y="15624"/>
                  </a:moveTo>
                  <a:lnTo>
                    <a:pt x="1885" y="15624"/>
                  </a:lnTo>
                  <a:cubicBezTo>
                    <a:pt x="852" y="15624"/>
                    <a:pt x="1" y="14773"/>
                    <a:pt x="1" y="13709"/>
                  </a:cubicBezTo>
                  <a:lnTo>
                    <a:pt x="1" y="1915"/>
                  </a:lnTo>
                  <a:cubicBezTo>
                    <a:pt x="1" y="852"/>
                    <a:pt x="852" y="1"/>
                    <a:pt x="1885" y="1"/>
                  </a:cubicBezTo>
                  <a:lnTo>
                    <a:pt x="56962" y="1"/>
                  </a:lnTo>
                  <a:cubicBezTo>
                    <a:pt x="58026" y="1"/>
                    <a:pt x="58877" y="852"/>
                    <a:pt x="58877" y="1915"/>
                  </a:cubicBezTo>
                  <a:lnTo>
                    <a:pt x="58877" y="13709"/>
                  </a:lnTo>
                  <a:cubicBezTo>
                    <a:pt x="58877" y="14773"/>
                    <a:pt x="58026" y="15624"/>
                    <a:pt x="56962" y="1562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8"/>
            <p:cNvSpPr/>
            <p:nvPr/>
          </p:nvSpPr>
          <p:spPr>
            <a:xfrm>
              <a:off x="4881095" y="3052643"/>
              <a:ext cx="21" cy="331580"/>
            </a:xfrm>
            <a:custGeom>
              <a:avLst/>
              <a:gdLst/>
              <a:ahLst/>
              <a:cxnLst/>
              <a:rect l="l" t="t" r="r" b="b"/>
              <a:pathLst>
                <a:path w="1" h="15624" fill="none" extrusionOk="0">
                  <a:moveTo>
                    <a:pt x="0" y="1"/>
                  </a:moveTo>
                  <a:lnTo>
                    <a:pt x="0" y="15624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8"/>
            <p:cNvSpPr/>
            <p:nvPr/>
          </p:nvSpPr>
          <p:spPr>
            <a:xfrm>
              <a:off x="4963014" y="3174566"/>
              <a:ext cx="727677" cy="21"/>
            </a:xfrm>
            <a:custGeom>
              <a:avLst/>
              <a:gdLst/>
              <a:ahLst/>
              <a:cxnLst/>
              <a:rect l="l" t="t" r="r" b="b"/>
              <a:pathLst>
                <a:path w="34288" h="1" fill="none" extrusionOk="0">
                  <a:moveTo>
                    <a:pt x="1" y="0"/>
                  </a:moveTo>
                  <a:lnTo>
                    <a:pt x="34287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8"/>
            <p:cNvSpPr/>
            <p:nvPr/>
          </p:nvSpPr>
          <p:spPr>
            <a:xfrm>
              <a:off x="4963014" y="3262300"/>
              <a:ext cx="578653" cy="21"/>
            </a:xfrm>
            <a:custGeom>
              <a:avLst/>
              <a:gdLst/>
              <a:ahLst/>
              <a:cxnLst/>
              <a:rect l="l" t="t" r="r" b="b"/>
              <a:pathLst>
                <a:path w="27266" h="1" fill="none" extrusionOk="0">
                  <a:moveTo>
                    <a:pt x="1" y="0"/>
                  </a:moveTo>
                  <a:lnTo>
                    <a:pt x="27266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8"/>
            <p:cNvSpPr/>
            <p:nvPr/>
          </p:nvSpPr>
          <p:spPr>
            <a:xfrm>
              <a:off x="4656604" y="3157143"/>
              <a:ext cx="97432" cy="122581"/>
            </a:xfrm>
            <a:custGeom>
              <a:avLst/>
              <a:gdLst/>
              <a:ahLst/>
              <a:cxnLst/>
              <a:rect l="l" t="t" r="r" b="b"/>
              <a:pathLst>
                <a:path w="4591" h="5776" fill="none" extrusionOk="0">
                  <a:moveTo>
                    <a:pt x="4591" y="4742"/>
                  </a:moveTo>
                  <a:cubicBezTo>
                    <a:pt x="4591" y="3709"/>
                    <a:pt x="3891" y="2615"/>
                    <a:pt x="2949" y="2250"/>
                  </a:cubicBezTo>
                  <a:cubicBezTo>
                    <a:pt x="3284" y="2037"/>
                    <a:pt x="3527" y="1642"/>
                    <a:pt x="3527" y="1216"/>
                  </a:cubicBezTo>
                  <a:cubicBezTo>
                    <a:pt x="3527" y="548"/>
                    <a:pt x="2980" y="1"/>
                    <a:pt x="2280" y="1"/>
                  </a:cubicBezTo>
                  <a:cubicBezTo>
                    <a:pt x="1612" y="1"/>
                    <a:pt x="1065" y="548"/>
                    <a:pt x="1065" y="1216"/>
                  </a:cubicBezTo>
                  <a:cubicBezTo>
                    <a:pt x="1065" y="1642"/>
                    <a:pt x="1277" y="2037"/>
                    <a:pt x="1642" y="2250"/>
                  </a:cubicBezTo>
                  <a:cubicBezTo>
                    <a:pt x="669" y="2615"/>
                    <a:pt x="1" y="3709"/>
                    <a:pt x="1" y="4742"/>
                  </a:cubicBezTo>
                  <a:cubicBezTo>
                    <a:pt x="1" y="4742"/>
                    <a:pt x="821" y="5776"/>
                    <a:pt x="2280" y="5776"/>
                  </a:cubicBezTo>
                  <a:cubicBezTo>
                    <a:pt x="3770" y="5776"/>
                    <a:pt x="4591" y="4742"/>
                    <a:pt x="4591" y="474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8"/>
            <p:cNvSpPr/>
            <p:nvPr/>
          </p:nvSpPr>
          <p:spPr>
            <a:xfrm>
              <a:off x="4598560" y="3111344"/>
              <a:ext cx="213541" cy="214177"/>
            </a:xfrm>
            <a:custGeom>
              <a:avLst/>
              <a:gdLst/>
              <a:ahLst/>
              <a:cxnLst/>
              <a:rect l="l" t="t" r="r" b="b"/>
              <a:pathLst>
                <a:path w="10062" h="10092" fill="none" extrusionOk="0">
                  <a:moveTo>
                    <a:pt x="8268" y="1794"/>
                  </a:moveTo>
                  <a:cubicBezTo>
                    <a:pt x="10061" y="3587"/>
                    <a:pt x="10061" y="6505"/>
                    <a:pt x="8268" y="8299"/>
                  </a:cubicBezTo>
                  <a:cubicBezTo>
                    <a:pt x="6474" y="10092"/>
                    <a:pt x="3556" y="10092"/>
                    <a:pt x="1763" y="8299"/>
                  </a:cubicBezTo>
                  <a:cubicBezTo>
                    <a:pt x="0" y="6505"/>
                    <a:pt x="0" y="3587"/>
                    <a:pt x="1763" y="1794"/>
                  </a:cubicBezTo>
                  <a:cubicBezTo>
                    <a:pt x="3556" y="1"/>
                    <a:pt x="6474" y="1"/>
                    <a:pt x="8268" y="179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8"/>
            <p:cNvSpPr/>
            <p:nvPr/>
          </p:nvSpPr>
          <p:spPr>
            <a:xfrm>
              <a:off x="3478713" y="2621083"/>
              <a:ext cx="926341" cy="1137929"/>
            </a:xfrm>
            <a:custGeom>
              <a:avLst/>
              <a:gdLst/>
              <a:ahLst/>
              <a:cxnLst/>
              <a:rect l="l" t="t" r="r" b="b"/>
              <a:pathLst>
                <a:path w="43649" h="53619" extrusionOk="0">
                  <a:moveTo>
                    <a:pt x="41764" y="53619"/>
                  </a:moveTo>
                  <a:lnTo>
                    <a:pt x="1885" y="53619"/>
                  </a:lnTo>
                  <a:cubicBezTo>
                    <a:pt x="851" y="53619"/>
                    <a:pt x="0" y="52798"/>
                    <a:pt x="0" y="51734"/>
                  </a:cubicBezTo>
                  <a:lnTo>
                    <a:pt x="0" y="1885"/>
                  </a:lnTo>
                  <a:cubicBezTo>
                    <a:pt x="0" y="852"/>
                    <a:pt x="851" y="1"/>
                    <a:pt x="1885" y="1"/>
                  </a:cubicBezTo>
                  <a:lnTo>
                    <a:pt x="41764" y="1"/>
                  </a:lnTo>
                  <a:cubicBezTo>
                    <a:pt x="42797" y="1"/>
                    <a:pt x="43648" y="852"/>
                    <a:pt x="43648" y="1885"/>
                  </a:cubicBezTo>
                  <a:lnTo>
                    <a:pt x="43648" y="51734"/>
                  </a:lnTo>
                  <a:cubicBezTo>
                    <a:pt x="43648" y="52798"/>
                    <a:pt x="42797" y="53619"/>
                    <a:pt x="41764" y="5361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8"/>
            <p:cNvSpPr/>
            <p:nvPr/>
          </p:nvSpPr>
          <p:spPr>
            <a:xfrm>
              <a:off x="3478713" y="2621083"/>
              <a:ext cx="926341" cy="1137929"/>
            </a:xfrm>
            <a:custGeom>
              <a:avLst/>
              <a:gdLst/>
              <a:ahLst/>
              <a:cxnLst/>
              <a:rect l="l" t="t" r="r" b="b"/>
              <a:pathLst>
                <a:path w="43649" h="53619" fill="none" extrusionOk="0">
                  <a:moveTo>
                    <a:pt x="41764" y="53619"/>
                  </a:moveTo>
                  <a:lnTo>
                    <a:pt x="1885" y="53619"/>
                  </a:lnTo>
                  <a:cubicBezTo>
                    <a:pt x="851" y="53619"/>
                    <a:pt x="0" y="52798"/>
                    <a:pt x="0" y="51734"/>
                  </a:cubicBezTo>
                  <a:lnTo>
                    <a:pt x="0" y="1885"/>
                  </a:lnTo>
                  <a:cubicBezTo>
                    <a:pt x="0" y="852"/>
                    <a:pt x="851" y="1"/>
                    <a:pt x="1885" y="1"/>
                  </a:cubicBezTo>
                  <a:lnTo>
                    <a:pt x="41764" y="1"/>
                  </a:lnTo>
                  <a:cubicBezTo>
                    <a:pt x="42797" y="1"/>
                    <a:pt x="43648" y="852"/>
                    <a:pt x="43648" y="1885"/>
                  </a:cubicBezTo>
                  <a:lnTo>
                    <a:pt x="43648" y="51734"/>
                  </a:lnTo>
                  <a:cubicBezTo>
                    <a:pt x="43648" y="52798"/>
                    <a:pt x="42797" y="53619"/>
                    <a:pt x="41764" y="5361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8"/>
            <p:cNvSpPr/>
            <p:nvPr/>
          </p:nvSpPr>
          <p:spPr>
            <a:xfrm>
              <a:off x="3554180" y="2998462"/>
              <a:ext cx="775406" cy="166448"/>
            </a:xfrm>
            <a:custGeom>
              <a:avLst/>
              <a:gdLst/>
              <a:ahLst/>
              <a:cxnLst/>
              <a:rect l="l" t="t" r="r" b="b"/>
              <a:pathLst>
                <a:path w="36537" h="7843" fill="none" extrusionOk="0">
                  <a:moveTo>
                    <a:pt x="34621" y="7842"/>
                  </a:moveTo>
                  <a:lnTo>
                    <a:pt x="1915" y="7842"/>
                  </a:lnTo>
                  <a:cubicBezTo>
                    <a:pt x="852" y="7842"/>
                    <a:pt x="1" y="6991"/>
                    <a:pt x="1" y="5927"/>
                  </a:cubicBezTo>
                  <a:lnTo>
                    <a:pt x="1" y="1885"/>
                  </a:lnTo>
                  <a:cubicBezTo>
                    <a:pt x="1" y="851"/>
                    <a:pt x="852" y="0"/>
                    <a:pt x="1915" y="0"/>
                  </a:cubicBezTo>
                  <a:lnTo>
                    <a:pt x="34621" y="0"/>
                  </a:lnTo>
                  <a:cubicBezTo>
                    <a:pt x="35685" y="0"/>
                    <a:pt x="36536" y="851"/>
                    <a:pt x="36536" y="1885"/>
                  </a:cubicBezTo>
                  <a:lnTo>
                    <a:pt x="36536" y="5927"/>
                  </a:lnTo>
                  <a:cubicBezTo>
                    <a:pt x="36536" y="6991"/>
                    <a:pt x="35685" y="7842"/>
                    <a:pt x="34621" y="784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8"/>
            <p:cNvSpPr/>
            <p:nvPr/>
          </p:nvSpPr>
          <p:spPr>
            <a:xfrm>
              <a:off x="3554180" y="3208098"/>
              <a:ext cx="775406" cy="166448"/>
            </a:xfrm>
            <a:custGeom>
              <a:avLst/>
              <a:gdLst/>
              <a:ahLst/>
              <a:cxnLst/>
              <a:rect l="l" t="t" r="r" b="b"/>
              <a:pathLst>
                <a:path w="36537" h="7843" fill="none" extrusionOk="0">
                  <a:moveTo>
                    <a:pt x="34621" y="7843"/>
                  </a:moveTo>
                  <a:lnTo>
                    <a:pt x="1915" y="7843"/>
                  </a:lnTo>
                  <a:cubicBezTo>
                    <a:pt x="852" y="7843"/>
                    <a:pt x="1" y="6992"/>
                    <a:pt x="1" y="5928"/>
                  </a:cubicBezTo>
                  <a:lnTo>
                    <a:pt x="1" y="1916"/>
                  </a:lnTo>
                  <a:cubicBezTo>
                    <a:pt x="1" y="852"/>
                    <a:pt x="852" y="1"/>
                    <a:pt x="1915" y="1"/>
                  </a:cubicBezTo>
                  <a:lnTo>
                    <a:pt x="34621" y="1"/>
                  </a:lnTo>
                  <a:cubicBezTo>
                    <a:pt x="35685" y="1"/>
                    <a:pt x="36536" y="852"/>
                    <a:pt x="36536" y="1916"/>
                  </a:cubicBezTo>
                  <a:lnTo>
                    <a:pt x="36536" y="5928"/>
                  </a:lnTo>
                  <a:cubicBezTo>
                    <a:pt x="36536" y="6992"/>
                    <a:pt x="35685" y="7843"/>
                    <a:pt x="34621" y="784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8"/>
            <p:cNvSpPr/>
            <p:nvPr/>
          </p:nvSpPr>
          <p:spPr>
            <a:xfrm>
              <a:off x="3686417" y="3479046"/>
              <a:ext cx="510932" cy="166448"/>
            </a:xfrm>
            <a:custGeom>
              <a:avLst/>
              <a:gdLst/>
              <a:ahLst/>
              <a:cxnLst/>
              <a:rect l="l" t="t" r="r" b="b"/>
              <a:pathLst>
                <a:path w="24075" h="7843" fill="none" extrusionOk="0">
                  <a:moveTo>
                    <a:pt x="20183" y="7842"/>
                  </a:moveTo>
                  <a:lnTo>
                    <a:pt x="3891" y="7842"/>
                  </a:lnTo>
                  <a:cubicBezTo>
                    <a:pt x="1764" y="7842"/>
                    <a:pt x="1" y="6079"/>
                    <a:pt x="1" y="3921"/>
                  </a:cubicBezTo>
                  <a:lnTo>
                    <a:pt x="1" y="3921"/>
                  </a:lnTo>
                  <a:cubicBezTo>
                    <a:pt x="1" y="1763"/>
                    <a:pt x="1764" y="0"/>
                    <a:pt x="3891" y="0"/>
                  </a:cubicBezTo>
                  <a:lnTo>
                    <a:pt x="20183" y="0"/>
                  </a:lnTo>
                  <a:cubicBezTo>
                    <a:pt x="22311" y="0"/>
                    <a:pt x="24074" y="1763"/>
                    <a:pt x="24074" y="3921"/>
                  </a:cubicBezTo>
                  <a:lnTo>
                    <a:pt x="24074" y="3921"/>
                  </a:lnTo>
                  <a:cubicBezTo>
                    <a:pt x="24074" y="6079"/>
                    <a:pt x="22311" y="7842"/>
                    <a:pt x="20183" y="784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8"/>
            <p:cNvSpPr/>
            <p:nvPr/>
          </p:nvSpPr>
          <p:spPr>
            <a:xfrm>
              <a:off x="3825764" y="3562259"/>
              <a:ext cx="232238" cy="21"/>
            </a:xfrm>
            <a:custGeom>
              <a:avLst/>
              <a:gdLst/>
              <a:ahLst/>
              <a:cxnLst/>
              <a:rect l="l" t="t" r="r" b="b"/>
              <a:pathLst>
                <a:path w="10943" h="1" fill="none" extrusionOk="0">
                  <a:moveTo>
                    <a:pt x="0" y="0"/>
                  </a:moveTo>
                  <a:lnTo>
                    <a:pt x="10943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8"/>
            <p:cNvSpPr/>
            <p:nvPr/>
          </p:nvSpPr>
          <p:spPr>
            <a:xfrm>
              <a:off x="3860590" y="2735918"/>
              <a:ext cx="162586" cy="159996"/>
            </a:xfrm>
            <a:custGeom>
              <a:avLst/>
              <a:gdLst/>
              <a:ahLst/>
              <a:cxnLst/>
              <a:rect l="l" t="t" r="r" b="b"/>
              <a:pathLst>
                <a:path w="7661" h="7539" fill="none" extrusionOk="0">
                  <a:moveTo>
                    <a:pt x="730" y="4104"/>
                  </a:moveTo>
                  <a:lnTo>
                    <a:pt x="730" y="7538"/>
                  </a:lnTo>
                  <a:lnTo>
                    <a:pt x="6992" y="7538"/>
                  </a:lnTo>
                  <a:lnTo>
                    <a:pt x="6992" y="4104"/>
                  </a:lnTo>
                  <a:lnTo>
                    <a:pt x="7387" y="4104"/>
                  </a:lnTo>
                  <a:cubicBezTo>
                    <a:pt x="7569" y="4104"/>
                    <a:pt x="7660" y="3921"/>
                    <a:pt x="7539" y="3800"/>
                  </a:cubicBezTo>
                  <a:lnTo>
                    <a:pt x="3891" y="0"/>
                  </a:lnTo>
                  <a:lnTo>
                    <a:pt x="122" y="3800"/>
                  </a:lnTo>
                  <a:cubicBezTo>
                    <a:pt x="0" y="3921"/>
                    <a:pt x="92" y="4104"/>
                    <a:pt x="274" y="410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8"/>
            <p:cNvSpPr/>
            <p:nvPr/>
          </p:nvSpPr>
          <p:spPr>
            <a:xfrm>
              <a:off x="3886397" y="2749458"/>
              <a:ext cx="24533" cy="40662"/>
            </a:xfrm>
            <a:custGeom>
              <a:avLst/>
              <a:gdLst/>
              <a:ahLst/>
              <a:cxnLst/>
              <a:rect l="l" t="t" r="r" b="b"/>
              <a:pathLst>
                <a:path w="1156" h="1916" fill="none" extrusionOk="0">
                  <a:moveTo>
                    <a:pt x="0" y="1"/>
                  </a:moveTo>
                  <a:lnTo>
                    <a:pt x="0" y="396"/>
                  </a:lnTo>
                  <a:lnTo>
                    <a:pt x="122" y="396"/>
                  </a:lnTo>
                  <a:lnTo>
                    <a:pt x="122" y="1916"/>
                  </a:lnTo>
                  <a:lnTo>
                    <a:pt x="1034" y="1034"/>
                  </a:lnTo>
                  <a:lnTo>
                    <a:pt x="1034" y="396"/>
                  </a:lnTo>
                  <a:lnTo>
                    <a:pt x="1155" y="396"/>
                  </a:lnTo>
                  <a:lnTo>
                    <a:pt x="1155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8"/>
            <p:cNvSpPr/>
            <p:nvPr/>
          </p:nvSpPr>
          <p:spPr>
            <a:xfrm>
              <a:off x="3921881" y="2835261"/>
              <a:ext cx="40641" cy="60654"/>
            </a:xfrm>
            <a:custGeom>
              <a:avLst/>
              <a:gdLst/>
              <a:ahLst/>
              <a:cxnLst/>
              <a:rect l="l" t="t" r="r" b="b"/>
              <a:pathLst>
                <a:path w="1915" h="2858" fill="none" extrusionOk="0">
                  <a:moveTo>
                    <a:pt x="0" y="0"/>
                  </a:moveTo>
                  <a:lnTo>
                    <a:pt x="1915" y="0"/>
                  </a:lnTo>
                  <a:lnTo>
                    <a:pt x="1915" y="2857"/>
                  </a:lnTo>
                  <a:lnTo>
                    <a:pt x="0" y="285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8"/>
            <p:cNvSpPr/>
            <p:nvPr/>
          </p:nvSpPr>
          <p:spPr>
            <a:xfrm>
              <a:off x="3932832" y="2803003"/>
              <a:ext cx="19376" cy="19376"/>
            </a:xfrm>
            <a:custGeom>
              <a:avLst/>
              <a:gdLst/>
              <a:ahLst/>
              <a:cxnLst/>
              <a:rect l="l" t="t" r="r" b="b"/>
              <a:pathLst>
                <a:path w="913" h="913" fill="none" extrusionOk="0">
                  <a:moveTo>
                    <a:pt x="639" y="912"/>
                  </a:moveTo>
                  <a:lnTo>
                    <a:pt x="244" y="912"/>
                  </a:lnTo>
                  <a:cubicBezTo>
                    <a:pt x="92" y="912"/>
                    <a:pt x="1" y="791"/>
                    <a:pt x="1" y="669"/>
                  </a:cubicBezTo>
                  <a:lnTo>
                    <a:pt x="1" y="244"/>
                  </a:lnTo>
                  <a:cubicBezTo>
                    <a:pt x="1" y="122"/>
                    <a:pt x="92" y="0"/>
                    <a:pt x="244" y="0"/>
                  </a:cubicBezTo>
                  <a:lnTo>
                    <a:pt x="639" y="0"/>
                  </a:lnTo>
                  <a:cubicBezTo>
                    <a:pt x="791" y="0"/>
                    <a:pt x="913" y="122"/>
                    <a:pt x="913" y="244"/>
                  </a:cubicBezTo>
                  <a:lnTo>
                    <a:pt x="913" y="669"/>
                  </a:lnTo>
                  <a:cubicBezTo>
                    <a:pt x="913" y="791"/>
                    <a:pt x="791" y="912"/>
                    <a:pt x="639" y="91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8"/>
            <p:cNvSpPr/>
            <p:nvPr/>
          </p:nvSpPr>
          <p:spPr>
            <a:xfrm>
              <a:off x="4525661" y="1957965"/>
              <a:ext cx="1249517" cy="977296"/>
            </a:xfrm>
            <a:custGeom>
              <a:avLst/>
              <a:gdLst/>
              <a:ahLst/>
              <a:cxnLst/>
              <a:rect l="l" t="t" r="r" b="b"/>
              <a:pathLst>
                <a:path w="58877" h="46050" extrusionOk="0">
                  <a:moveTo>
                    <a:pt x="56962" y="46050"/>
                  </a:moveTo>
                  <a:lnTo>
                    <a:pt x="1885" y="46050"/>
                  </a:lnTo>
                  <a:cubicBezTo>
                    <a:pt x="852" y="46050"/>
                    <a:pt x="0" y="45198"/>
                    <a:pt x="0" y="44135"/>
                  </a:cubicBezTo>
                  <a:lnTo>
                    <a:pt x="0" y="1915"/>
                  </a:lnTo>
                  <a:cubicBezTo>
                    <a:pt x="0" y="851"/>
                    <a:pt x="852" y="0"/>
                    <a:pt x="1885" y="0"/>
                  </a:cubicBezTo>
                  <a:lnTo>
                    <a:pt x="56962" y="0"/>
                  </a:lnTo>
                  <a:cubicBezTo>
                    <a:pt x="58026" y="0"/>
                    <a:pt x="58877" y="851"/>
                    <a:pt x="58877" y="1915"/>
                  </a:cubicBezTo>
                  <a:lnTo>
                    <a:pt x="58877" y="44135"/>
                  </a:lnTo>
                  <a:cubicBezTo>
                    <a:pt x="58877" y="45198"/>
                    <a:pt x="58026" y="46050"/>
                    <a:pt x="56962" y="4605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8"/>
            <p:cNvSpPr/>
            <p:nvPr/>
          </p:nvSpPr>
          <p:spPr>
            <a:xfrm>
              <a:off x="4525661" y="1957965"/>
              <a:ext cx="1249517" cy="977296"/>
            </a:xfrm>
            <a:custGeom>
              <a:avLst/>
              <a:gdLst/>
              <a:ahLst/>
              <a:cxnLst/>
              <a:rect l="l" t="t" r="r" b="b"/>
              <a:pathLst>
                <a:path w="58877" h="46050" fill="none" extrusionOk="0">
                  <a:moveTo>
                    <a:pt x="56962" y="46050"/>
                  </a:moveTo>
                  <a:lnTo>
                    <a:pt x="1885" y="46050"/>
                  </a:lnTo>
                  <a:cubicBezTo>
                    <a:pt x="852" y="46050"/>
                    <a:pt x="0" y="45198"/>
                    <a:pt x="0" y="44135"/>
                  </a:cubicBezTo>
                  <a:lnTo>
                    <a:pt x="0" y="1915"/>
                  </a:lnTo>
                  <a:cubicBezTo>
                    <a:pt x="0" y="851"/>
                    <a:pt x="852" y="0"/>
                    <a:pt x="1885" y="0"/>
                  </a:cubicBezTo>
                  <a:lnTo>
                    <a:pt x="56962" y="0"/>
                  </a:lnTo>
                  <a:cubicBezTo>
                    <a:pt x="58026" y="0"/>
                    <a:pt x="58877" y="851"/>
                    <a:pt x="58877" y="1915"/>
                  </a:cubicBezTo>
                  <a:lnTo>
                    <a:pt x="58877" y="44135"/>
                  </a:lnTo>
                  <a:cubicBezTo>
                    <a:pt x="58877" y="45198"/>
                    <a:pt x="58026" y="46050"/>
                    <a:pt x="56962" y="4605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8"/>
            <p:cNvSpPr/>
            <p:nvPr/>
          </p:nvSpPr>
          <p:spPr>
            <a:xfrm>
              <a:off x="4605649" y="2034727"/>
              <a:ext cx="1097288" cy="539943"/>
            </a:xfrm>
            <a:custGeom>
              <a:avLst/>
              <a:gdLst/>
              <a:ahLst/>
              <a:cxnLst/>
              <a:rect l="l" t="t" r="r" b="b"/>
              <a:pathLst>
                <a:path w="51704" h="25442" fill="none" extrusionOk="0">
                  <a:moveTo>
                    <a:pt x="49789" y="25441"/>
                  </a:moveTo>
                  <a:lnTo>
                    <a:pt x="1885" y="25441"/>
                  </a:lnTo>
                  <a:cubicBezTo>
                    <a:pt x="852" y="25441"/>
                    <a:pt x="1" y="24590"/>
                    <a:pt x="1" y="23557"/>
                  </a:cubicBezTo>
                  <a:lnTo>
                    <a:pt x="1" y="1885"/>
                  </a:lnTo>
                  <a:cubicBezTo>
                    <a:pt x="1" y="851"/>
                    <a:pt x="852" y="0"/>
                    <a:pt x="1885" y="0"/>
                  </a:cubicBezTo>
                  <a:lnTo>
                    <a:pt x="49789" y="0"/>
                  </a:lnTo>
                  <a:cubicBezTo>
                    <a:pt x="50853" y="0"/>
                    <a:pt x="51704" y="851"/>
                    <a:pt x="51704" y="1885"/>
                  </a:cubicBezTo>
                  <a:lnTo>
                    <a:pt x="51704" y="23557"/>
                  </a:lnTo>
                  <a:cubicBezTo>
                    <a:pt x="51704" y="24590"/>
                    <a:pt x="50853" y="25441"/>
                    <a:pt x="49789" y="2544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8"/>
            <p:cNvSpPr/>
            <p:nvPr/>
          </p:nvSpPr>
          <p:spPr>
            <a:xfrm>
              <a:off x="4932708" y="2200517"/>
              <a:ext cx="434785" cy="196117"/>
            </a:xfrm>
            <a:custGeom>
              <a:avLst/>
              <a:gdLst/>
              <a:ahLst/>
              <a:cxnLst/>
              <a:rect l="l" t="t" r="r" b="b"/>
              <a:pathLst>
                <a:path w="20487" h="9241" fill="none" extrusionOk="0">
                  <a:moveTo>
                    <a:pt x="0" y="9240"/>
                  </a:moveTo>
                  <a:lnTo>
                    <a:pt x="4955" y="3192"/>
                  </a:lnTo>
                  <a:lnTo>
                    <a:pt x="7629" y="6505"/>
                  </a:lnTo>
                  <a:lnTo>
                    <a:pt x="12949" y="0"/>
                  </a:lnTo>
                  <a:lnTo>
                    <a:pt x="20487" y="924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8"/>
            <p:cNvSpPr/>
            <p:nvPr/>
          </p:nvSpPr>
          <p:spPr>
            <a:xfrm>
              <a:off x="5075260" y="2200517"/>
              <a:ext cx="44525" cy="45161"/>
            </a:xfrm>
            <a:custGeom>
              <a:avLst/>
              <a:gdLst/>
              <a:ahLst/>
              <a:cxnLst/>
              <a:rect l="l" t="t" r="r" b="b"/>
              <a:pathLst>
                <a:path w="2098" h="2128" fill="none" extrusionOk="0">
                  <a:moveTo>
                    <a:pt x="2098" y="1064"/>
                  </a:moveTo>
                  <a:cubicBezTo>
                    <a:pt x="2098" y="486"/>
                    <a:pt x="1642" y="0"/>
                    <a:pt x="1064" y="0"/>
                  </a:cubicBezTo>
                  <a:cubicBezTo>
                    <a:pt x="457" y="0"/>
                    <a:pt x="1" y="486"/>
                    <a:pt x="1" y="1064"/>
                  </a:cubicBezTo>
                  <a:cubicBezTo>
                    <a:pt x="1" y="1641"/>
                    <a:pt x="457" y="2128"/>
                    <a:pt x="1064" y="2128"/>
                  </a:cubicBezTo>
                  <a:cubicBezTo>
                    <a:pt x="1642" y="2128"/>
                    <a:pt x="2098" y="1641"/>
                    <a:pt x="2098" y="1064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8"/>
            <p:cNvSpPr/>
            <p:nvPr/>
          </p:nvSpPr>
          <p:spPr>
            <a:xfrm>
              <a:off x="4605649" y="2637870"/>
              <a:ext cx="222582" cy="222560"/>
            </a:xfrm>
            <a:custGeom>
              <a:avLst/>
              <a:gdLst/>
              <a:ahLst/>
              <a:cxnLst/>
              <a:rect l="l" t="t" r="r" b="b"/>
              <a:pathLst>
                <a:path w="10488" h="10487" fill="none" extrusionOk="0">
                  <a:moveTo>
                    <a:pt x="8603" y="10487"/>
                  </a:moveTo>
                  <a:lnTo>
                    <a:pt x="1885" y="10487"/>
                  </a:lnTo>
                  <a:cubicBezTo>
                    <a:pt x="852" y="10487"/>
                    <a:pt x="1" y="9636"/>
                    <a:pt x="1" y="8602"/>
                  </a:cubicBezTo>
                  <a:lnTo>
                    <a:pt x="1" y="1885"/>
                  </a:lnTo>
                  <a:cubicBezTo>
                    <a:pt x="1" y="851"/>
                    <a:pt x="852" y="0"/>
                    <a:pt x="1885" y="0"/>
                  </a:cubicBezTo>
                  <a:lnTo>
                    <a:pt x="8603" y="0"/>
                  </a:lnTo>
                  <a:cubicBezTo>
                    <a:pt x="9636" y="0"/>
                    <a:pt x="10487" y="851"/>
                    <a:pt x="10487" y="1885"/>
                  </a:cubicBezTo>
                  <a:lnTo>
                    <a:pt x="10487" y="8602"/>
                  </a:lnTo>
                  <a:cubicBezTo>
                    <a:pt x="10487" y="9636"/>
                    <a:pt x="9636" y="10487"/>
                    <a:pt x="8603" y="10487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8"/>
            <p:cNvSpPr/>
            <p:nvPr/>
          </p:nvSpPr>
          <p:spPr>
            <a:xfrm>
              <a:off x="4652105" y="2726241"/>
              <a:ext cx="29690" cy="29690"/>
            </a:xfrm>
            <a:custGeom>
              <a:avLst/>
              <a:gdLst/>
              <a:ahLst/>
              <a:cxnLst/>
              <a:rect l="l" t="t" r="r" b="b"/>
              <a:pathLst>
                <a:path w="1399" h="1399" fill="none" extrusionOk="0">
                  <a:moveTo>
                    <a:pt x="1398" y="700"/>
                  </a:moveTo>
                  <a:cubicBezTo>
                    <a:pt x="1398" y="304"/>
                    <a:pt x="1094" y="0"/>
                    <a:pt x="699" y="0"/>
                  </a:cubicBezTo>
                  <a:cubicBezTo>
                    <a:pt x="334" y="0"/>
                    <a:pt x="0" y="304"/>
                    <a:pt x="0" y="700"/>
                  </a:cubicBezTo>
                  <a:cubicBezTo>
                    <a:pt x="0" y="1095"/>
                    <a:pt x="334" y="1399"/>
                    <a:pt x="699" y="1399"/>
                  </a:cubicBezTo>
                  <a:cubicBezTo>
                    <a:pt x="1094" y="1399"/>
                    <a:pt x="1398" y="1095"/>
                    <a:pt x="1398" y="70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8"/>
            <p:cNvSpPr/>
            <p:nvPr/>
          </p:nvSpPr>
          <p:spPr>
            <a:xfrm>
              <a:off x="4702402" y="2726241"/>
              <a:ext cx="29711" cy="29690"/>
            </a:xfrm>
            <a:custGeom>
              <a:avLst/>
              <a:gdLst/>
              <a:ahLst/>
              <a:cxnLst/>
              <a:rect l="l" t="t" r="r" b="b"/>
              <a:pathLst>
                <a:path w="1400" h="1399" fill="none" extrusionOk="0">
                  <a:moveTo>
                    <a:pt x="1399" y="700"/>
                  </a:moveTo>
                  <a:cubicBezTo>
                    <a:pt x="1399" y="304"/>
                    <a:pt x="1065" y="0"/>
                    <a:pt x="700" y="0"/>
                  </a:cubicBezTo>
                  <a:cubicBezTo>
                    <a:pt x="305" y="0"/>
                    <a:pt x="1" y="304"/>
                    <a:pt x="1" y="700"/>
                  </a:cubicBezTo>
                  <a:cubicBezTo>
                    <a:pt x="1" y="1095"/>
                    <a:pt x="305" y="1399"/>
                    <a:pt x="700" y="1399"/>
                  </a:cubicBezTo>
                  <a:cubicBezTo>
                    <a:pt x="1065" y="1399"/>
                    <a:pt x="1399" y="1095"/>
                    <a:pt x="1399" y="70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8"/>
            <p:cNvSpPr/>
            <p:nvPr/>
          </p:nvSpPr>
          <p:spPr>
            <a:xfrm>
              <a:off x="4752084" y="2726241"/>
              <a:ext cx="29690" cy="29690"/>
            </a:xfrm>
            <a:custGeom>
              <a:avLst/>
              <a:gdLst/>
              <a:ahLst/>
              <a:cxnLst/>
              <a:rect l="l" t="t" r="r" b="b"/>
              <a:pathLst>
                <a:path w="1399" h="1399" fill="none" extrusionOk="0">
                  <a:moveTo>
                    <a:pt x="1399" y="700"/>
                  </a:moveTo>
                  <a:cubicBezTo>
                    <a:pt x="1399" y="304"/>
                    <a:pt x="1095" y="0"/>
                    <a:pt x="699" y="0"/>
                  </a:cubicBezTo>
                  <a:cubicBezTo>
                    <a:pt x="304" y="0"/>
                    <a:pt x="0" y="304"/>
                    <a:pt x="0" y="700"/>
                  </a:cubicBezTo>
                  <a:cubicBezTo>
                    <a:pt x="0" y="1095"/>
                    <a:pt x="304" y="1399"/>
                    <a:pt x="699" y="1399"/>
                  </a:cubicBezTo>
                  <a:cubicBezTo>
                    <a:pt x="1095" y="1399"/>
                    <a:pt x="1399" y="1095"/>
                    <a:pt x="1399" y="70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8"/>
            <p:cNvSpPr/>
            <p:nvPr/>
          </p:nvSpPr>
          <p:spPr>
            <a:xfrm>
              <a:off x="4905607" y="2661088"/>
              <a:ext cx="797329" cy="21"/>
            </a:xfrm>
            <a:custGeom>
              <a:avLst/>
              <a:gdLst/>
              <a:ahLst/>
              <a:cxnLst/>
              <a:rect l="l" t="t" r="r" b="b"/>
              <a:pathLst>
                <a:path w="37570" h="1" fill="none" extrusionOk="0">
                  <a:moveTo>
                    <a:pt x="1" y="0"/>
                  </a:moveTo>
                  <a:lnTo>
                    <a:pt x="37570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8"/>
            <p:cNvSpPr/>
            <p:nvPr/>
          </p:nvSpPr>
          <p:spPr>
            <a:xfrm>
              <a:off x="4905607" y="2749458"/>
              <a:ext cx="797329" cy="21"/>
            </a:xfrm>
            <a:custGeom>
              <a:avLst/>
              <a:gdLst/>
              <a:ahLst/>
              <a:cxnLst/>
              <a:rect l="l" t="t" r="r" b="b"/>
              <a:pathLst>
                <a:path w="37570" h="1" fill="none" extrusionOk="0">
                  <a:moveTo>
                    <a:pt x="1" y="1"/>
                  </a:moveTo>
                  <a:lnTo>
                    <a:pt x="37570" y="1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8"/>
            <p:cNvSpPr/>
            <p:nvPr/>
          </p:nvSpPr>
          <p:spPr>
            <a:xfrm>
              <a:off x="4905607" y="2837192"/>
              <a:ext cx="661229" cy="21"/>
            </a:xfrm>
            <a:custGeom>
              <a:avLst/>
              <a:gdLst/>
              <a:ahLst/>
              <a:cxnLst/>
              <a:rect l="l" t="t" r="r" b="b"/>
              <a:pathLst>
                <a:path w="31157" h="1" fill="none" extrusionOk="0">
                  <a:moveTo>
                    <a:pt x="1" y="0"/>
                  </a:moveTo>
                  <a:lnTo>
                    <a:pt x="31156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8"/>
            <p:cNvSpPr/>
            <p:nvPr/>
          </p:nvSpPr>
          <p:spPr>
            <a:xfrm>
              <a:off x="5965501" y="3249609"/>
              <a:ext cx="731507" cy="21"/>
            </a:xfrm>
            <a:custGeom>
              <a:avLst/>
              <a:gdLst/>
              <a:ahLst/>
              <a:cxnLst/>
              <a:rect l="l" t="t" r="r" b="b"/>
              <a:pathLst>
                <a:path w="11065" h="1" fill="none" extrusionOk="0">
                  <a:moveTo>
                    <a:pt x="0" y="0"/>
                  </a:moveTo>
                  <a:lnTo>
                    <a:pt x="11064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8"/>
            <p:cNvSpPr/>
            <p:nvPr/>
          </p:nvSpPr>
          <p:spPr>
            <a:xfrm>
              <a:off x="5416843" y="1897502"/>
              <a:ext cx="1280165" cy="21"/>
            </a:xfrm>
            <a:custGeom>
              <a:avLst/>
              <a:gdLst/>
              <a:ahLst/>
              <a:cxnLst/>
              <a:rect l="l" t="t" r="r" b="b"/>
              <a:pathLst>
                <a:path w="11065" h="1" fill="none" extrusionOk="0">
                  <a:moveTo>
                    <a:pt x="0" y="0"/>
                  </a:moveTo>
                  <a:lnTo>
                    <a:pt x="11064" y="0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6"/>
                </a:gs>
              </a:gsLst>
              <a:lin ang="8099331" scaled="0"/>
            </a:gra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0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6" name="Google Shape;866;p49"/>
          <p:cNvPicPr preferRelativeResize="0"/>
          <p:nvPr/>
        </p:nvPicPr>
        <p:blipFill rotWithShape="1">
          <a:blip r:embed="rId3">
            <a:alphaModFix/>
          </a:blip>
          <a:srcRect r="6603"/>
          <a:stretch/>
        </p:blipFill>
        <p:spPr>
          <a:xfrm>
            <a:off x="196600" y="1291438"/>
            <a:ext cx="4035600" cy="2879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67" name="Google Shape;867;p49"/>
          <p:cNvSpPr txBox="1">
            <a:spLocks noGrp="1"/>
          </p:cNvSpPr>
          <p:nvPr>
            <p:ph type="title"/>
          </p:nvPr>
        </p:nvSpPr>
        <p:spPr>
          <a:xfrm>
            <a:off x="5234686" y="1010383"/>
            <a:ext cx="3483900" cy="95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O Melhor Plano de Marketing</a:t>
            </a:r>
            <a:endParaRPr dirty="0"/>
          </a:p>
        </p:txBody>
      </p:sp>
      <p:sp>
        <p:nvSpPr>
          <p:cNvPr id="868" name="Google Shape;868;p49"/>
          <p:cNvSpPr txBox="1">
            <a:spLocks noGrp="1"/>
          </p:cNvSpPr>
          <p:nvPr>
            <p:ph type="body" idx="1"/>
          </p:nvPr>
        </p:nvSpPr>
        <p:spPr>
          <a:xfrm>
            <a:off x="4328160" y="1969783"/>
            <a:ext cx="4709160" cy="2867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 algn="just">
              <a:buNone/>
            </a:pPr>
            <a:r>
              <a:rPr lang="pt-BR" sz="1200" dirty="0"/>
              <a:t>Nosso principal foco de divulgação será o ambiente digital</a:t>
            </a:r>
            <a:r>
              <a:rPr lang="pt-BR" sz="1200" dirty="0" smtClean="0"/>
              <a:t>.</a:t>
            </a:r>
          </a:p>
          <a:p>
            <a:pPr marL="127000" indent="0" algn="just">
              <a:buNone/>
            </a:pPr>
            <a:endParaRPr lang="pt-BR" sz="1200" dirty="0"/>
          </a:p>
          <a:p>
            <a:pPr marL="127000" indent="0" algn="just">
              <a:buNone/>
            </a:pPr>
            <a:r>
              <a:rPr lang="pt-BR" sz="1200" b="1" dirty="0"/>
              <a:t>Estratégias</a:t>
            </a:r>
            <a:r>
              <a:rPr lang="pt-BR" sz="1200" b="1" dirty="0" smtClean="0"/>
              <a:t>:</a:t>
            </a:r>
          </a:p>
          <a:p>
            <a:pPr marL="127000" indent="0" algn="just">
              <a:buNone/>
            </a:pPr>
            <a:endParaRPr lang="pt-BR" sz="1200" b="1" dirty="0"/>
          </a:p>
          <a:p>
            <a:pPr algn="just"/>
            <a:r>
              <a:rPr lang="pt-BR" sz="1200" dirty="0" smtClean="0"/>
              <a:t>Divulgação em redes sociais;</a:t>
            </a:r>
          </a:p>
          <a:p>
            <a:pPr algn="just"/>
            <a:r>
              <a:rPr lang="pt-BR" sz="1200" dirty="0" smtClean="0"/>
              <a:t>Marketing voltado para comunidades </a:t>
            </a:r>
            <a:r>
              <a:rPr lang="pt-BR" sz="1200" dirty="0" err="1" smtClean="0"/>
              <a:t>gamers</a:t>
            </a:r>
            <a:r>
              <a:rPr lang="pt-BR" sz="1200" dirty="0" smtClean="0"/>
              <a:t>;</a:t>
            </a:r>
          </a:p>
          <a:p>
            <a:pPr algn="just"/>
            <a:r>
              <a:rPr lang="pt-BR" sz="1200" dirty="0" smtClean="0"/>
              <a:t>Demonstrações do sistema;</a:t>
            </a:r>
          </a:p>
          <a:p>
            <a:pPr algn="just"/>
            <a:r>
              <a:rPr lang="pt-BR" sz="1200" dirty="0" smtClean="0"/>
              <a:t>Apresentação do diferencial inclusivo da plataforma;</a:t>
            </a:r>
          </a:p>
          <a:p>
            <a:pPr algn="just"/>
            <a:r>
              <a:rPr lang="pt-BR" sz="1200" dirty="0" smtClean="0"/>
              <a:t>Campanhas promocionais;</a:t>
            </a:r>
          </a:p>
          <a:p>
            <a:pPr algn="just"/>
            <a:r>
              <a:rPr lang="pt-BR" sz="1200" dirty="0" smtClean="0"/>
              <a:t>Parcerias futuras com criadores de conteúdo.</a:t>
            </a:r>
          </a:p>
          <a:p>
            <a:pPr algn="just"/>
            <a:r>
              <a:rPr lang="pt-BR" sz="1200" dirty="0" smtClean="0"/>
              <a:t>Além disso, o visual moderno e inspirado em plataformas conhecidas aumenta a familiaridade do usuário com o sistema.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4242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1"/>
          <p:cNvSpPr txBox="1">
            <a:spLocks noGrp="1"/>
          </p:cNvSpPr>
          <p:nvPr>
            <p:ph type="title"/>
          </p:nvPr>
        </p:nvSpPr>
        <p:spPr>
          <a:xfrm>
            <a:off x="728465" y="543695"/>
            <a:ext cx="7717500" cy="36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Análise Competitiva</a:t>
            </a:r>
            <a:endParaRPr dirty="0"/>
          </a:p>
        </p:txBody>
      </p:sp>
      <p:sp>
        <p:nvSpPr>
          <p:cNvPr id="7" name="Google Shape;868;p49"/>
          <p:cNvSpPr txBox="1">
            <a:spLocks/>
          </p:cNvSpPr>
          <p:nvPr/>
        </p:nvSpPr>
        <p:spPr>
          <a:xfrm>
            <a:off x="4328160" y="1969783"/>
            <a:ext cx="4709160" cy="2867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pt-BR" dirty="0">
              <a:solidFill>
                <a:srgbClr val="242424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906780" y="1303020"/>
            <a:ext cx="56769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rgbClr val="AB2844"/>
                </a:solidFill>
                <a:latin typeface="Quicksand" panose="020B0604020202020204" charset="0"/>
              </a:rPr>
              <a:t>Plataformas tradicionais como </a:t>
            </a:r>
            <a:r>
              <a:rPr lang="pt-BR" dirty="0" err="1">
                <a:solidFill>
                  <a:srgbClr val="AB2844"/>
                </a:solidFill>
                <a:latin typeface="Quicksand" panose="020B0604020202020204" charset="0"/>
              </a:rPr>
              <a:t>Steam</a:t>
            </a:r>
            <a:r>
              <a:rPr lang="pt-BR" dirty="0">
                <a:solidFill>
                  <a:srgbClr val="AB2844"/>
                </a:solidFill>
                <a:latin typeface="Quicksand" panose="020B0604020202020204" charset="0"/>
              </a:rPr>
              <a:t> e </a:t>
            </a:r>
            <a:r>
              <a:rPr lang="pt-BR" dirty="0" err="1">
                <a:solidFill>
                  <a:srgbClr val="AB2844"/>
                </a:solidFill>
                <a:latin typeface="Quicksand" panose="020B0604020202020204" charset="0"/>
              </a:rPr>
              <a:t>Epic</a:t>
            </a:r>
            <a:r>
              <a:rPr lang="pt-BR" dirty="0">
                <a:solidFill>
                  <a:srgbClr val="AB2844"/>
                </a:solidFill>
                <a:latin typeface="Quicksand" panose="020B0604020202020204" charset="0"/>
              </a:rPr>
              <a:t> Games possuem grande relevância no mercado, porém muitas vezes apresentam interfaces complexas para usuários </a:t>
            </a:r>
            <a:r>
              <a:rPr lang="pt-BR" dirty="0" smtClean="0">
                <a:solidFill>
                  <a:srgbClr val="AB2844"/>
                </a:solidFill>
                <a:latin typeface="Quicksand" panose="020B0604020202020204" charset="0"/>
              </a:rPr>
              <a:t>iniciantes. O </a:t>
            </a:r>
            <a:r>
              <a:rPr lang="pt-BR" dirty="0">
                <a:solidFill>
                  <a:srgbClr val="AB2844"/>
                </a:solidFill>
                <a:latin typeface="Quicksand" panose="020B0604020202020204" charset="0"/>
              </a:rPr>
              <a:t>diferencial do UC HUB está em</a:t>
            </a:r>
            <a:r>
              <a:rPr lang="pt-BR" dirty="0" smtClean="0">
                <a:solidFill>
                  <a:srgbClr val="AB2844"/>
                </a:solidFill>
                <a:latin typeface="Quicksand" panose="020B0604020202020204" charset="0"/>
              </a:rPr>
              <a:t>:</a:t>
            </a:r>
          </a:p>
          <a:p>
            <a:pPr algn="just"/>
            <a:endParaRPr lang="pt-BR" dirty="0">
              <a:solidFill>
                <a:srgbClr val="AB2844"/>
              </a:solidFill>
              <a:latin typeface="Quicksand" panose="020B06040202020202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rgbClr val="AB2844"/>
                </a:solidFill>
                <a:latin typeface="Quicksand" panose="020B0604020202020204" charset="0"/>
              </a:rPr>
              <a:t>Foco em acessibilidade;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rgbClr val="AB2844"/>
                </a:solidFill>
                <a:latin typeface="Quicksand" panose="020B0604020202020204" charset="0"/>
              </a:rPr>
              <a:t>Experiência simplificada;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rgbClr val="AB2844"/>
                </a:solidFill>
                <a:latin typeface="Quicksand" panose="020B0604020202020204" charset="0"/>
              </a:rPr>
              <a:t>Organização visual intuitiva;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rgbClr val="AB2844"/>
                </a:solidFill>
                <a:latin typeface="Quicksand" panose="020B0604020202020204" charset="0"/>
              </a:rPr>
              <a:t>Aplicação prática de UX;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rgbClr val="AB2844"/>
                </a:solidFill>
                <a:latin typeface="Quicksand" panose="020B0604020202020204" charset="0"/>
              </a:rPr>
              <a:t>Design centrado no usuário.</a:t>
            </a:r>
          </a:p>
          <a:p>
            <a:pPr algn="just"/>
            <a:endParaRPr lang="pt-BR" dirty="0">
              <a:solidFill>
                <a:srgbClr val="AB2844"/>
              </a:solidFill>
              <a:latin typeface="Quicksand" panose="020B0604020202020204" charset="0"/>
            </a:endParaRPr>
          </a:p>
          <a:p>
            <a:pPr algn="just"/>
            <a:r>
              <a:rPr lang="pt-BR" dirty="0">
                <a:solidFill>
                  <a:srgbClr val="AB2844"/>
                </a:solidFill>
                <a:latin typeface="Quicksand" panose="020B0604020202020204" charset="0"/>
              </a:rPr>
              <a:t>Nosso objetivo não é competir diretamente com grandes </a:t>
            </a:r>
            <a:r>
              <a:rPr lang="pt-BR" dirty="0" err="1">
                <a:solidFill>
                  <a:srgbClr val="AB2844"/>
                </a:solidFill>
                <a:latin typeface="Quicksand" panose="020B0604020202020204" charset="0"/>
              </a:rPr>
              <a:t>marketplaces</a:t>
            </a:r>
            <a:r>
              <a:rPr lang="pt-BR" dirty="0">
                <a:solidFill>
                  <a:srgbClr val="AB2844"/>
                </a:solidFill>
                <a:latin typeface="Quicksand" panose="020B0604020202020204" charset="0"/>
              </a:rPr>
              <a:t>, mas demonstrar como usabilidade e inclusão podem transformar a experiência digital.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1"/>
          <p:cNvSpPr txBox="1">
            <a:spLocks noGrp="1"/>
          </p:cNvSpPr>
          <p:nvPr>
            <p:ph type="title"/>
          </p:nvPr>
        </p:nvSpPr>
        <p:spPr>
          <a:xfrm>
            <a:off x="728465" y="276995"/>
            <a:ext cx="7717500" cy="36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Análise Competitiva</a:t>
            </a:r>
            <a:endParaRPr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93"/>
            <a:ext cx="9144000" cy="515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10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2"/>
          <p:cNvSpPr txBox="1">
            <a:spLocks noGrp="1"/>
          </p:cNvSpPr>
          <p:nvPr>
            <p:ph type="title"/>
          </p:nvPr>
        </p:nvSpPr>
        <p:spPr>
          <a:xfrm>
            <a:off x="666061" y="3450697"/>
            <a:ext cx="3745604" cy="39987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just"/>
            <a:r>
              <a:rPr lang="en" sz="1400" dirty="0" smtClean="0"/>
              <a:t>Eduardo Figueredo - </a:t>
            </a:r>
            <a:r>
              <a:rPr lang="pt-BR" sz="1400" dirty="0"/>
              <a:t>Tech </a:t>
            </a:r>
            <a:r>
              <a:rPr lang="pt-BR" sz="1400" dirty="0" smtClean="0"/>
              <a:t>Lead, Desenvolvedores</a:t>
            </a:r>
            <a:endParaRPr sz="1400" dirty="0"/>
          </a:p>
        </p:txBody>
      </p:sp>
      <p:sp>
        <p:nvSpPr>
          <p:cNvPr id="890" name="Google Shape;890;p52"/>
          <p:cNvSpPr txBox="1">
            <a:spLocks noGrp="1"/>
          </p:cNvSpPr>
          <p:nvPr>
            <p:ph type="subTitle" idx="1"/>
          </p:nvPr>
        </p:nvSpPr>
        <p:spPr>
          <a:xfrm>
            <a:off x="579834" y="1315905"/>
            <a:ext cx="6752400" cy="21130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just">
              <a:buNone/>
            </a:pPr>
            <a:r>
              <a:rPr lang="pt-BR" sz="1200" dirty="0"/>
              <a:t>O projeto foi desenvolvido por estudantes da UNIFACS, unindo conhecimentos em</a:t>
            </a:r>
            <a:r>
              <a:rPr lang="pt-BR" sz="1200" dirty="0" smtClean="0"/>
              <a:t>:</a:t>
            </a:r>
          </a:p>
          <a:p>
            <a:pPr marL="114300" indent="0" algn="just">
              <a:buNone/>
            </a:pPr>
            <a:endParaRPr lang="pt-BR" sz="1200" dirty="0"/>
          </a:p>
          <a:p>
            <a:pPr algn="just"/>
            <a:r>
              <a:rPr lang="pt-BR" sz="1200" dirty="0" smtClean="0"/>
              <a:t>Desenvolvimento web;</a:t>
            </a:r>
          </a:p>
          <a:p>
            <a:pPr algn="just"/>
            <a:r>
              <a:rPr lang="pt-BR" sz="1200" dirty="0" err="1" smtClean="0"/>
              <a:t>Ux</a:t>
            </a:r>
            <a:r>
              <a:rPr lang="pt-BR" sz="1200" dirty="0" smtClean="0"/>
              <a:t>/ui;</a:t>
            </a:r>
          </a:p>
          <a:p>
            <a:pPr algn="just"/>
            <a:r>
              <a:rPr lang="pt-BR" sz="1200" dirty="0" smtClean="0"/>
              <a:t>Acessibilidade;</a:t>
            </a:r>
          </a:p>
          <a:p>
            <a:pPr algn="just"/>
            <a:r>
              <a:rPr lang="pt-BR" sz="1200" dirty="0" err="1" smtClean="0"/>
              <a:t>Frontend</a:t>
            </a:r>
            <a:r>
              <a:rPr lang="pt-BR" sz="1200" dirty="0" smtClean="0"/>
              <a:t>;</a:t>
            </a:r>
          </a:p>
          <a:p>
            <a:pPr algn="just"/>
            <a:r>
              <a:rPr lang="pt-BR" sz="1200" dirty="0" smtClean="0"/>
              <a:t>Integração com </a:t>
            </a:r>
            <a:r>
              <a:rPr lang="pt-BR" sz="1200" dirty="0" err="1" smtClean="0"/>
              <a:t>apis</a:t>
            </a:r>
            <a:r>
              <a:rPr lang="pt-BR" sz="1200" dirty="0" smtClean="0"/>
              <a:t>.</a:t>
            </a:r>
          </a:p>
          <a:p>
            <a:pPr marL="114300" indent="0" algn="just">
              <a:buNone/>
            </a:pPr>
            <a:endParaRPr lang="pt-BR" sz="1200" dirty="0"/>
          </a:p>
          <a:p>
            <a:pPr marL="114300" indent="0" algn="just">
              <a:buNone/>
            </a:pPr>
            <a:r>
              <a:rPr lang="pt-BR" sz="1200" dirty="0"/>
              <a:t>A equipe trabalhou de forma colaborativa na construção de uma solução funcional, moderna e alinhada às demandas atuais do mercado.</a:t>
            </a:r>
          </a:p>
        </p:txBody>
      </p:sp>
      <p:sp>
        <p:nvSpPr>
          <p:cNvPr id="891" name="Google Shape;891;p52"/>
          <p:cNvSpPr txBox="1">
            <a:spLocks noGrp="1"/>
          </p:cNvSpPr>
          <p:nvPr>
            <p:ph type="title" idx="2"/>
          </p:nvPr>
        </p:nvSpPr>
        <p:spPr>
          <a:xfrm>
            <a:off x="664388" y="4150603"/>
            <a:ext cx="3459480" cy="2343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 smtClean="0"/>
              <a:t>Everton Martins - Desenvolvedores</a:t>
            </a:r>
            <a:endParaRPr sz="1400" dirty="0"/>
          </a:p>
        </p:txBody>
      </p:sp>
      <p:sp>
        <p:nvSpPr>
          <p:cNvPr id="892" name="Google Shape;892;p52"/>
          <p:cNvSpPr txBox="1">
            <a:spLocks noGrp="1"/>
          </p:cNvSpPr>
          <p:nvPr>
            <p:ph type="title" idx="4"/>
          </p:nvPr>
        </p:nvSpPr>
        <p:spPr>
          <a:xfrm>
            <a:off x="549909" y="3889425"/>
            <a:ext cx="3839185" cy="2343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1400" dirty="0" smtClean="0"/>
              <a:t>Eduardo Oliveira - </a:t>
            </a:r>
            <a:r>
              <a:rPr lang="pt-BR" sz="1400" dirty="0" err="1"/>
              <a:t>Quality</a:t>
            </a:r>
            <a:r>
              <a:rPr lang="pt-BR" sz="1400" dirty="0"/>
              <a:t> </a:t>
            </a:r>
            <a:r>
              <a:rPr lang="pt-BR" sz="1400" dirty="0" err="1"/>
              <a:t>Assurance</a:t>
            </a:r>
            <a:endParaRPr sz="1400" dirty="0"/>
          </a:p>
        </p:txBody>
      </p:sp>
      <p:sp>
        <p:nvSpPr>
          <p:cNvPr id="920" name="Google Shape;920;p52"/>
          <p:cNvSpPr txBox="1">
            <a:spLocks noGrp="1"/>
          </p:cNvSpPr>
          <p:nvPr>
            <p:ph type="title" idx="6"/>
          </p:nvPr>
        </p:nvSpPr>
        <p:spPr>
          <a:xfrm>
            <a:off x="713225" y="657995"/>
            <a:ext cx="7717500" cy="36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Equipe de Gestão</a:t>
            </a:r>
            <a:endParaRPr/>
          </a:p>
        </p:txBody>
      </p:sp>
      <p:sp>
        <p:nvSpPr>
          <p:cNvPr id="35" name="Google Shape;892;p52"/>
          <p:cNvSpPr txBox="1">
            <a:spLocks/>
          </p:cNvSpPr>
          <p:nvPr/>
        </p:nvSpPr>
        <p:spPr>
          <a:xfrm>
            <a:off x="4335086" y="4282237"/>
            <a:ext cx="3262054" cy="23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pt-BR" sz="1400" dirty="0" smtClean="0"/>
              <a:t>Rodrigo Jesus - Documentação</a:t>
            </a:r>
            <a:endParaRPr lang="pt-BR" sz="1400" dirty="0"/>
          </a:p>
        </p:txBody>
      </p:sp>
      <p:sp>
        <p:nvSpPr>
          <p:cNvPr id="36" name="Google Shape;892;p52"/>
          <p:cNvSpPr txBox="1">
            <a:spLocks/>
          </p:cNvSpPr>
          <p:nvPr/>
        </p:nvSpPr>
        <p:spPr>
          <a:xfrm>
            <a:off x="4411666" y="3673381"/>
            <a:ext cx="4080353" cy="5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just"/>
            <a:r>
              <a:rPr lang="pt-BR" sz="1400" dirty="0" smtClean="0"/>
              <a:t>Matheus Cirino – </a:t>
            </a:r>
            <a:r>
              <a:rPr lang="pt-BR" sz="1400" dirty="0" err="1" smtClean="0"/>
              <a:t>Product</a:t>
            </a:r>
            <a:r>
              <a:rPr lang="pt-BR" sz="1400" dirty="0" smtClean="0"/>
              <a:t> </a:t>
            </a:r>
            <a:r>
              <a:rPr lang="pt-BR" sz="1400" dirty="0" err="1" smtClean="0"/>
              <a:t>Owner</a:t>
            </a:r>
            <a:r>
              <a:rPr lang="pt-BR" sz="1400" dirty="0"/>
              <a:t>,</a:t>
            </a:r>
            <a:r>
              <a:rPr lang="pt-BR" sz="1400" dirty="0" smtClean="0"/>
              <a:t> UX/UI Designer, Documentação</a:t>
            </a:r>
            <a:endParaRPr lang="pt-BR" sz="1400" dirty="0"/>
          </a:p>
        </p:txBody>
      </p:sp>
      <p:sp>
        <p:nvSpPr>
          <p:cNvPr id="37" name="Google Shape;892;p52"/>
          <p:cNvSpPr txBox="1">
            <a:spLocks/>
          </p:cNvSpPr>
          <p:nvPr/>
        </p:nvSpPr>
        <p:spPr>
          <a:xfrm>
            <a:off x="4389094" y="3429000"/>
            <a:ext cx="2943139" cy="23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pt-BR" sz="1400" dirty="0" smtClean="0"/>
              <a:t>Guilherme Miranda - </a:t>
            </a:r>
            <a:r>
              <a:rPr lang="pt-BR" sz="1400" dirty="0" err="1" smtClean="0"/>
              <a:t>Assests</a:t>
            </a:r>
            <a:endParaRPr lang="pt-BR" sz="1400" dirty="0"/>
          </a:p>
        </p:txBody>
      </p:sp>
      <p:sp>
        <p:nvSpPr>
          <p:cNvPr id="38" name="Google Shape;892;p52"/>
          <p:cNvSpPr txBox="1">
            <a:spLocks/>
          </p:cNvSpPr>
          <p:nvPr/>
        </p:nvSpPr>
        <p:spPr>
          <a:xfrm>
            <a:off x="467528" y="4399399"/>
            <a:ext cx="3380572" cy="23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Montserrat Black"/>
              <a:buNone/>
              <a:defRPr sz="2000" b="0" i="0" u="none" strike="noStrike" cap="none">
                <a:solidFill>
                  <a:schemeClr val="lt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pt-BR" sz="1400" dirty="0" smtClean="0"/>
              <a:t>Ivan </a:t>
            </a:r>
            <a:r>
              <a:rPr lang="pt-BR" sz="1400" dirty="0" err="1" smtClean="0"/>
              <a:t>Lukas</a:t>
            </a:r>
            <a:r>
              <a:rPr lang="pt-BR" sz="1400" dirty="0" smtClean="0"/>
              <a:t> - Desenvolvedores</a:t>
            </a:r>
            <a:endParaRPr lang="pt-BR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ld Usability Day by Slidesgo">
  <a:themeElements>
    <a:clrScheme name="Simple Light">
      <a:dk1>
        <a:srgbClr val="FFFFFF"/>
      </a:dk1>
      <a:lt1>
        <a:srgbClr val="AB2844"/>
      </a:lt1>
      <a:dk2>
        <a:srgbClr val="AB2844"/>
      </a:dk2>
      <a:lt2>
        <a:srgbClr val="F3F3F3"/>
      </a:lt2>
      <a:accent1>
        <a:srgbClr val="F0706F"/>
      </a:accent1>
      <a:accent2>
        <a:srgbClr val="D36980"/>
      </a:accent2>
      <a:accent3>
        <a:srgbClr val="860CD1"/>
      </a:accent3>
      <a:accent4>
        <a:srgbClr val="63A4D5"/>
      </a:accent4>
      <a:accent5>
        <a:srgbClr val="8BE1E5"/>
      </a:accent5>
      <a:accent6>
        <a:srgbClr val="F7ED8B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544</Words>
  <Application>Microsoft Office PowerPoint</Application>
  <PresentationFormat>Apresentação na tela (16:9)</PresentationFormat>
  <Paragraphs>106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Arial</vt:lpstr>
      <vt:lpstr>Montserrat Black</vt:lpstr>
      <vt:lpstr>Montserrat</vt:lpstr>
      <vt:lpstr>Quicksand</vt:lpstr>
      <vt:lpstr>Roboto</vt:lpstr>
      <vt:lpstr>Anaheim</vt:lpstr>
      <vt:lpstr>World Usability Day by Slidesgo</vt:lpstr>
      <vt:lpstr>Apresentação do PowerPoint</vt:lpstr>
      <vt:lpstr>NexGames Shop</vt:lpstr>
      <vt:lpstr>Problema ou Oportunidade</vt:lpstr>
      <vt:lpstr>Proposta de Valor</vt:lpstr>
      <vt:lpstr>Proposta de Valor</vt:lpstr>
      <vt:lpstr>Magia Subjacente</vt:lpstr>
      <vt:lpstr>Apresentação do PowerPoint</vt:lpstr>
      <vt:lpstr>O Melhor Plano de Marketing</vt:lpstr>
      <vt:lpstr>Apresentação do PowerPoint</vt:lpstr>
      <vt:lpstr>Análise Competitiva</vt:lpstr>
      <vt:lpstr>Análise Competitiva</vt:lpstr>
      <vt:lpstr>Eduardo Figueredo - Tech Lead, Desenvolvedores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Matheus Cirino</cp:lastModifiedBy>
  <cp:revision>7</cp:revision>
  <dcterms:modified xsi:type="dcterms:W3CDTF">2026-06-18T08:47:25Z</dcterms:modified>
</cp:coreProperties>
</file>